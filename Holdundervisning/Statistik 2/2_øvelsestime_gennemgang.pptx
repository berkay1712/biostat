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5" r:id="rId3"/>
    <p:sldId id="268" r:id="rId4"/>
    <p:sldId id="263" r:id="rId5"/>
    <p:sldId id="264" r:id="rId6"/>
    <p:sldId id="267" r:id="rId7"/>
    <p:sldId id="266" r:id="rId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33C489-71E2-4CBE-B44A-7000A17BB188}" v="4" dt="2026-02-04T16:42:50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8" autoAdjust="0"/>
  </p:normalViewPr>
  <p:slideViewPr>
    <p:cSldViewPr snapToGrid="0">
      <p:cViewPr varScale="1">
        <p:scale>
          <a:sx n="94" d="100"/>
          <a:sy n="94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le Bruhn" userId="13403f44-e5fd-4f3a-a8bc-8efd0e98364c" providerId="ADAL" clId="{242C772C-0427-40B0-A50D-EDB877DCAD81}"/>
    <pc:docChg chg="custSel addSld delSld modSld">
      <pc:chgData name="Helle Bruhn" userId="13403f44-e5fd-4f3a-a8bc-8efd0e98364c" providerId="ADAL" clId="{242C772C-0427-40B0-A50D-EDB877DCAD81}" dt="2026-02-10T11:01:25.360" v="3760" actId="2696"/>
      <pc:docMkLst>
        <pc:docMk/>
      </pc:docMkLst>
      <pc:sldChg chg="modSp new del mod">
        <pc:chgData name="Helle Bruhn" userId="13403f44-e5fd-4f3a-a8bc-8efd0e98364c" providerId="ADAL" clId="{242C772C-0427-40B0-A50D-EDB877DCAD81}" dt="2026-02-10T11:00:51.211" v="3755" actId="2696"/>
        <pc:sldMkLst>
          <pc:docMk/>
          <pc:sldMk cId="2308028806" sldId="256"/>
        </pc:sldMkLst>
      </pc:sldChg>
      <pc:sldChg chg="addSp delSp modSp new del mod modNotesTx">
        <pc:chgData name="Helle Bruhn" userId="13403f44-e5fd-4f3a-a8bc-8efd0e98364c" providerId="ADAL" clId="{242C772C-0427-40B0-A50D-EDB877DCAD81}" dt="2026-02-10T11:01:04.025" v="3756" actId="2696"/>
        <pc:sldMkLst>
          <pc:docMk/>
          <pc:sldMk cId="538107446" sldId="257"/>
        </pc:sldMkLst>
        <pc:picChg chg="add mod ord modCrop">
          <ac:chgData name="Helle Bruhn" userId="13403f44-e5fd-4f3a-a8bc-8efd0e98364c" providerId="ADAL" clId="{242C772C-0427-40B0-A50D-EDB877DCAD81}" dt="2026-02-04T15:27:18.679" v="404" actId="1076"/>
          <ac:picMkLst>
            <pc:docMk/>
            <pc:sldMk cId="538107446" sldId="257"/>
            <ac:picMk id="5" creationId="{912D02FB-2B27-9905-AB8B-3A70189CDA52}"/>
          </ac:picMkLst>
        </pc:picChg>
      </pc:sldChg>
      <pc:sldChg chg="addSp delSp modSp new del mod modNotesTx">
        <pc:chgData name="Helle Bruhn" userId="13403f44-e5fd-4f3a-a8bc-8efd0e98364c" providerId="ADAL" clId="{242C772C-0427-40B0-A50D-EDB877DCAD81}" dt="2026-02-10T11:01:11.081" v="3757" actId="2696"/>
        <pc:sldMkLst>
          <pc:docMk/>
          <pc:sldMk cId="590438765" sldId="258"/>
        </pc:sldMkLst>
        <pc:picChg chg="add mod ord modCrop">
          <ac:chgData name="Helle Bruhn" userId="13403f44-e5fd-4f3a-a8bc-8efd0e98364c" providerId="ADAL" clId="{242C772C-0427-40B0-A50D-EDB877DCAD81}" dt="2026-02-04T15:28:36.834" v="504" actId="14100"/>
          <ac:picMkLst>
            <pc:docMk/>
            <pc:sldMk cId="590438765" sldId="258"/>
            <ac:picMk id="5" creationId="{0FB498A5-E229-408A-C296-15F829CADCCE}"/>
          </ac:picMkLst>
        </pc:picChg>
      </pc:sldChg>
      <pc:sldChg chg="addSp delSp modSp new del mod modNotesTx">
        <pc:chgData name="Helle Bruhn" userId="13403f44-e5fd-4f3a-a8bc-8efd0e98364c" providerId="ADAL" clId="{242C772C-0427-40B0-A50D-EDB877DCAD81}" dt="2026-02-10T11:01:15.998" v="3758" actId="2696"/>
        <pc:sldMkLst>
          <pc:docMk/>
          <pc:sldMk cId="673263076" sldId="259"/>
        </pc:sldMkLst>
        <pc:picChg chg="add mod modCrop">
          <ac:chgData name="Helle Bruhn" userId="13403f44-e5fd-4f3a-a8bc-8efd0e98364c" providerId="ADAL" clId="{242C772C-0427-40B0-A50D-EDB877DCAD81}" dt="2026-02-04T15:29:57.386" v="635" actId="1076"/>
          <ac:picMkLst>
            <pc:docMk/>
            <pc:sldMk cId="673263076" sldId="259"/>
            <ac:picMk id="5" creationId="{74B0BF05-B4B3-CEAA-FC05-E48EA887F048}"/>
          </ac:picMkLst>
        </pc:picChg>
      </pc:sldChg>
      <pc:sldChg chg="addSp delSp modSp new del mod modNotesTx">
        <pc:chgData name="Helle Bruhn" userId="13403f44-e5fd-4f3a-a8bc-8efd0e98364c" providerId="ADAL" clId="{242C772C-0427-40B0-A50D-EDB877DCAD81}" dt="2026-02-10T11:01:20.670" v="3759" actId="2696"/>
        <pc:sldMkLst>
          <pc:docMk/>
          <pc:sldMk cId="2505261198" sldId="260"/>
        </pc:sldMkLst>
        <pc:picChg chg="add mod ord modCrop">
          <ac:chgData name="Helle Bruhn" userId="13403f44-e5fd-4f3a-a8bc-8efd0e98364c" providerId="ADAL" clId="{242C772C-0427-40B0-A50D-EDB877DCAD81}" dt="2026-02-04T16:08:54.377" v="1440" actId="732"/>
          <ac:picMkLst>
            <pc:docMk/>
            <pc:sldMk cId="2505261198" sldId="260"/>
            <ac:picMk id="4" creationId="{DB66368C-8DEE-BF5B-7A53-5C2E6B7C1923}"/>
          </ac:picMkLst>
        </pc:picChg>
      </pc:sldChg>
      <pc:sldChg chg="addSp delSp modSp new del mod modNotesTx">
        <pc:chgData name="Helle Bruhn" userId="13403f44-e5fd-4f3a-a8bc-8efd0e98364c" providerId="ADAL" clId="{242C772C-0427-40B0-A50D-EDB877DCAD81}" dt="2026-02-10T11:01:25.360" v="3760" actId="2696"/>
        <pc:sldMkLst>
          <pc:docMk/>
          <pc:sldMk cId="3997356189" sldId="261"/>
        </pc:sldMkLst>
        <pc:picChg chg="add mod ord">
          <ac:chgData name="Helle Bruhn" userId="13403f44-e5fd-4f3a-a8bc-8efd0e98364c" providerId="ADAL" clId="{242C772C-0427-40B0-A50D-EDB877DCAD81}" dt="2026-02-05T11:51:24.250" v="3034" actId="1076"/>
          <ac:picMkLst>
            <pc:docMk/>
            <pc:sldMk cId="3997356189" sldId="261"/>
            <ac:picMk id="4" creationId="{95FA7C51-474C-0767-67B4-398BDE061421}"/>
          </ac:picMkLst>
        </pc:picChg>
        <pc:picChg chg="add mod">
          <ac:chgData name="Helle Bruhn" userId="13403f44-e5fd-4f3a-a8bc-8efd0e98364c" providerId="ADAL" clId="{242C772C-0427-40B0-A50D-EDB877DCAD81}" dt="2026-02-05T11:51:58.659" v="3038" actId="1076"/>
          <ac:picMkLst>
            <pc:docMk/>
            <pc:sldMk cId="3997356189" sldId="261"/>
            <ac:picMk id="6" creationId="{619D8791-AD49-69E4-6C5F-8071E48AE11E}"/>
          </ac:picMkLst>
        </pc:picChg>
      </pc:sldChg>
      <pc:sldChg chg="addSp delSp modSp new mod setBg addAnim setClrOvrMap modNotesTx">
        <pc:chgData name="Helle Bruhn" userId="13403f44-e5fd-4f3a-a8bc-8efd0e98364c" providerId="ADAL" clId="{242C772C-0427-40B0-A50D-EDB877DCAD81}" dt="2026-02-05T11:48:08.353" v="2776" actId="20577"/>
        <pc:sldMkLst>
          <pc:docMk/>
          <pc:sldMk cId="1598367162" sldId="262"/>
        </pc:sldMkLst>
        <pc:spChg chg="mod">
          <ac:chgData name="Helle Bruhn" userId="13403f44-e5fd-4f3a-a8bc-8efd0e98364c" providerId="ADAL" clId="{242C772C-0427-40B0-A50D-EDB877DCAD81}" dt="2026-02-05T11:47:56.640" v="2741" actId="26606"/>
          <ac:spMkLst>
            <pc:docMk/>
            <pc:sldMk cId="1598367162" sldId="262"/>
            <ac:spMk id="2" creationId="{ECE7407C-CB73-35A8-57F6-15D261AF1919}"/>
          </ac:spMkLst>
        </pc:spChg>
        <pc:spChg chg="add">
          <ac:chgData name="Helle Bruhn" userId="13403f44-e5fd-4f3a-a8bc-8efd0e98364c" providerId="ADAL" clId="{242C772C-0427-40B0-A50D-EDB877DCAD81}" dt="2026-02-05T11:47:56.640" v="2741" actId="26606"/>
          <ac:spMkLst>
            <pc:docMk/>
            <pc:sldMk cId="1598367162" sldId="262"/>
            <ac:spMk id="7" creationId="{66B332A4-D438-4773-A77F-5ED49A448D9D}"/>
          </ac:spMkLst>
        </pc:spChg>
        <pc:spChg chg="add">
          <ac:chgData name="Helle Bruhn" userId="13403f44-e5fd-4f3a-a8bc-8efd0e98364c" providerId="ADAL" clId="{242C772C-0427-40B0-A50D-EDB877DCAD81}" dt="2026-02-05T11:47:56.640" v="2741" actId="26606"/>
          <ac:spMkLst>
            <pc:docMk/>
            <pc:sldMk cId="1598367162" sldId="262"/>
            <ac:spMk id="9" creationId="{DF9AD32D-FF05-44F4-BD4D-9CEE89B71EB9}"/>
          </ac:spMkLst>
        </pc:spChg>
      </pc:sldChg>
      <pc:sldChg chg="addSp delSp modSp new mod setBg modNotesTx">
        <pc:chgData name="Helle Bruhn" userId="13403f44-e5fd-4f3a-a8bc-8efd0e98364c" providerId="ADAL" clId="{242C772C-0427-40B0-A50D-EDB877DCAD81}" dt="2026-02-10T10:54:20.425" v="3719" actId="20577"/>
        <pc:sldMkLst>
          <pc:docMk/>
          <pc:sldMk cId="3970911180" sldId="263"/>
        </pc:sldMkLst>
        <pc:spChg chg="mod">
          <ac:chgData name="Helle Bruhn" userId="13403f44-e5fd-4f3a-a8bc-8efd0e98364c" providerId="ADAL" clId="{242C772C-0427-40B0-A50D-EDB877DCAD81}" dt="2026-02-04T15:33:42.463" v="885" actId="26606"/>
          <ac:spMkLst>
            <pc:docMk/>
            <pc:sldMk cId="3970911180" sldId="263"/>
            <ac:spMk id="2" creationId="{E721CB2B-20D0-5D29-955D-FBAF73DB825B}"/>
          </ac:spMkLst>
        </pc:spChg>
        <pc:spChg chg="add">
          <ac:chgData name="Helle Bruhn" userId="13403f44-e5fd-4f3a-a8bc-8efd0e98364c" providerId="ADAL" clId="{242C772C-0427-40B0-A50D-EDB877DCAD81}" dt="2026-02-04T15:33:42.463" v="885" actId="26606"/>
          <ac:spMkLst>
            <pc:docMk/>
            <pc:sldMk cId="3970911180" sldId="263"/>
            <ac:spMk id="10" creationId="{D4771268-CB57-404A-9271-370EB28F6090}"/>
          </ac:spMkLst>
        </pc:spChg>
        <pc:picChg chg="add mod ord">
          <ac:chgData name="Helle Bruhn" userId="13403f44-e5fd-4f3a-a8bc-8efd0e98364c" providerId="ADAL" clId="{242C772C-0427-40B0-A50D-EDB877DCAD81}" dt="2026-02-04T15:33:42.463" v="885" actId="26606"/>
          <ac:picMkLst>
            <pc:docMk/>
            <pc:sldMk cId="3970911180" sldId="263"/>
            <ac:picMk id="5" creationId="{0FF50DA2-F224-D8A5-F5CB-17773BC7AB10}"/>
          </ac:picMkLst>
        </pc:picChg>
      </pc:sldChg>
      <pc:sldChg chg="modSp new mod modNotesTx">
        <pc:chgData name="Helle Bruhn" userId="13403f44-e5fd-4f3a-a8bc-8efd0e98364c" providerId="ADAL" clId="{242C772C-0427-40B0-A50D-EDB877DCAD81}" dt="2026-02-10T10:53:38.337" v="3573" actId="20577"/>
        <pc:sldMkLst>
          <pc:docMk/>
          <pc:sldMk cId="4211470072" sldId="264"/>
        </pc:sldMkLst>
        <pc:spChg chg="mod">
          <ac:chgData name="Helle Bruhn" userId="13403f44-e5fd-4f3a-a8bc-8efd0e98364c" providerId="ADAL" clId="{242C772C-0427-40B0-A50D-EDB877DCAD81}" dt="2026-02-04T15:34:36.723" v="902" actId="20577"/>
          <ac:spMkLst>
            <pc:docMk/>
            <pc:sldMk cId="4211470072" sldId="264"/>
            <ac:spMk id="2" creationId="{A729A415-04A1-0254-3E8C-3F2B7F331AEF}"/>
          </ac:spMkLst>
        </pc:spChg>
        <pc:spChg chg="mod">
          <ac:chgData name="Helle Bruhn" userId="13403f44-e5fd-4f3a-a8bc-8efd0e98364c" providerId="ADAL" clId="{242C772C-0427-40B0-A50D-EDB877DCAD81}" dt="2026-02-10T10:53:18.909" v="3497" actId="20577"/>
          <ac:spMkLst>
            <pc:docMk/>
            <pc:sldMk cId="4211470072" sldId="264"/>
            <ac:spMk id="3" creationId="{2EF2F8BE-DAB2-416C-5AB3-79FDB9841AF0}"/>
          </ac:spMkLst>
        </pc:spChg>
      </pc:sldChg>
      <pc:sldChg chg="addSp delSp modSp new mod setBg modNotesTx">
        <pc:chgData name="Helle Bruhn" userId="13403f44-e5fd-4f3a-a8bc-8efd0e98364c" providerId="ADAL" clId="{242C772C-0427-40B0-A50D-EDB877DCAD81}" dt="2026-02-05T11:47:41.203" v="2740" actId="26606"/>
        <pc:sldMkLst>
          <pc:docMk/>
          <pc:sldMk cId="3435136017" sldId="265"/>
        </pc:sldMkLst>
        <pc:spChg chg="mod">
          <ac:chgData name="Helle Bruhn" userId="13403f44-e5fd-4f3a-a8bc-8efd0e98364c" providerId="ADAL" clId="{242C772C-0427-40B0-A50D-EDB877DCAD81}" dt="2026-02-05T11:47:41.203" v="2740" actId="26606"/>
          <ac:spMkLst>
            <pc:docMk/>
            <pc:sldMk cId="3435136017" sldId="265"/>
            <ac:spMk id="2" creationId="{18C81478-AD3B-00D2-0480-F0EAB943BFF8}"/>
          </ac:spMkLst>
        </pc:spChg>
        <pc:spChg chg="add">
          <ac:chgData name="Helle Bruhn" userId="13403f44-e5fd-4f3a-a8bc-8efd0e98364c" providerId="ADAL" clId="{242C772C-0427-40B0-A50D-EDB877DCAD81}" dt="2026-02-05T11:47:41.203" v="2740" actId="26606"/>
          <ac:spMkLst>
            <pc:docMk/>
            <pc:sldMk cId="3435136017" sldId="265"/>
            <ac:spMk id="12" creationId="{CAB6D7AF-734C-43E5-AE74-E8EC5D462582}"/>
          </ac:spMkLst>
        </pc:spChg>
        <pc:spChg chg="add">
          <ac:chgData name="Helle Bruhn" userId="13403f44-e5fd-4f3a-a8bc-8efd0e98364c" providerId="ADAL" clId="{242C772C-0427-40B0-A50D-EDB877DCAD81}" dt="2026-02-05T11:47:41.203" v="2740" actId="26606"/>
          <ac:spMkLst>
            <pc:docMk/>
            <pc:sldMk cId="3435136017" sldId="265"/>
            <ac:spMk id="14" creationId="{36830A5B-65B2-40C0-80F8-67EFC8A6B03B}"/>
          </ac:spMkLst>
        </pc:spChg>
        <pc:picChg chg="add mod">
          <ac:chgData name="Helle Bruhn" userId="13403f44-e5fd-4f3a-a8bc-8efd0e98364c" providerId="ADAL" clId="{242C772C-0427-40B0-A50D-EDB877DCAD81}" dt="2026-02-05T11:47:41.203" v="2740" actId="26606"/>
          <ac:picMkLst>
            <pc:docMk/>
            <pc:sldMk cId="3435136017" sldId="265"/>
            <ac:picMk id="5" creationId="{BF16D6B2-EFC2-55B8-1DC9-24A16046FADC}"/>
          </ac:picMkLst>
        </pc:picChg>
        <pc:picChg chg="add mod">
          <ac:chgData name="Helle Bruhn" userId="13403f44-e5fd-4f3a-a8bc-8efd0e98364c" providerId="ADAL" clId="{242C772C-0427-40B0-A50D-EDB877DCAD81}" dt="2026-02-05T11:47:41.203" v="2740" actId="26606"/>
          <ac:picMkLst>
            <pc:docMk/>
            <pc:sldMk cId="3435136017" sldId="265"/>
            <ac:picMk id="7" creationId="{DAAD9AE9-94A6-5EDD-C613-7C1299C79D17}"/>
          </ac:picMkLst>
        </pc:picChg>
      </pc:sldChg>
      <pc:sldChg chg="modSp new mod modNotesTx">
        <pc:chgData name="Helle Bruhn" userId="13403f44-e5fd-4f3a-a8bc-8efd0e98364c" providerId="ADAL" clId="{242C772C-0427-40B0-A50D-EDB877DCAD81}" dt="2026-02-10T10:55:22.734" v="3754" actId="20577"/>
        <pc:sldMkLst>
          <pc:docMk/>
          <pc:sldMk cId="3771429975" sldId="266"/>
        </pc:sldMkLst>
        <pc:spChg chg="mod">
          <ac:chgData name="Helle Bruhn" userId="13403f44-e5fd-4f3a-a8bc-8efd0e98364c" providerId="ADAL" clId="{242C772C-0427-40B0-A50D-EDB877DCAD81}" dt="2026-02-04T15:46:07.276" v="1146" actId="20577"/>
          <ac:spMkLst>
            <pc:docMk/>
            <pc:sldMk cId="3771429975" sldId="266"/>
            <ac:spMk id="2" creationId="{2B21E933-9D51-975A-17CD-0F70B1BF5CCD}"/>
          </ac:spMkLst>
        </pc:spChg>
        <pc:spChg chg="mod">
          <ac:chgData name="Helle Bruhn" userId="13403f44-e5fd-4f3a-a8bc-8efd0e98364c" providerId="ADAL" clId="{242C772C-0427-40B0-A50D-EDB877DCAD81}" dt="2026-02-05T11:49:14.888" v="2972" actId="6549"/>
          <ac:spMkLst>
            <pc:docMk/>
            <pc:sldMk cId="3771429975" sldId="266"/>
            <ac:spMk id="3" creationId="{7FBE4491-C636-1BD0-C1F5-8EB69875BF34}"/>
          </ac:spMkLst>
        </pc:spChg>
      </pc:sldChg>
      <pc:sldChg chg="modSp new mod modNotesTx">
        <pc:chgData name="Helle Bruhn" userId="13403f44-e5fd-4f3a-a8bc-8efd0e98364c" providerId="ADAL" clId="{242C772C-0427-40B0-A50D-EDB877DCAD81}" dt="2026-02-05T11:50:07.135" v="3029" actId="20577"/>
        <pc:sldMkLst>
          <pc:docMk/>
          <pc:sldMk cId="287596963" sldId="267"/>
        </pc:sldMkLst>
        <pc:spChg chg="mod">
          <ac:chgData name="Helle Bruhn" userId="13403f44-e5fd-4f3a-a8bc-8efd0e98364c" providerId="ADAL" clId="{242C772C-0427-40B0-A50D-EDB877DCAD81}" dt="2026-02-04T16:42:47.109" v="1691" actId="20577"/>
          <ac:spMkLst>
            <pc:docMk/>
            <pc:sldMk cId="287596963" sldId="267"/>
            <ac:spMk id="2" creationId="{B70E15B9-D9CA-31F1-914E-DB895E385ED3}"/>
          </ac:spMkLst>
        </pc:spChg>
        <pc:spChg chg="mod">
          <ac:chgData name="Helle Bruhn" userId="13403f44-e5fd-4f3a-a8bc-8efd0e98364c" providerId="ADAL" clId="{242C772C-0427-40B0-A50D-EDB877DCAD81}" dt="2026-02-04T16:42:56.096" v="1697" actId="20577"/>
          <ac:spMkLst>
            <pc:docMk/>
            <pc:sldMk cId="287596963" sldId="267"/>
            <ac:spMk id="3" creationId="{E93F1448-4BCB-7646-1E9C-438D821B3297}"/>
          </ac:spMkLst>
        </pc:spChg>
      </pc:sldChg>
      <pc:sldChg chg="addSp delSp modSp new mod setBg modNotesTx">
        <pc:chgData name="Helle Bruhn" userId="13403f44-e5fd-4f3a-a8bc-8efd0e98364c" providerId="ADAL" clId="{242C772C-0427-40B0-A50D-EDB877DCAD81}" dt="2026-02-05T11:47:02.731" v="2737" actId="1076"/>
        <pc:sldMkLst>
          <pc:docMk/>
          <pc:sldMk cId="230644431" sldId="268"/>
        </pc:sldMkLst>
        <pc:spChg chg="mod">
          <ac:chgData name="Helle Bruhn" userId="13403f44-e5fd-4f3a-a8bc-8efd0e98364c" providerId="ADAL" clId="{242C772C-0427-40B0-A50D-EDB877DCAD81}" dt="2026-02-05T11:46:57.537" v="2735" actId="26606"/>
          <ac:spMkLst>
            <pc:docMk/>
            <pc:sldMk cId="230644431" sldId="268"/>
            <ac:spMk id="2" creationId="{84821A74-1FCE-6BC0-61EB-6BB14AD6244D}"/>
          </ac:spMkLst>
        </pc:spChg>
        <pc:spChg chg="add">
          <ac:chgData name="Helle Bruhn" userId="13403f44-e5fd-4f3a-a8bc-8efd0e98364c" providerId="ADAL" clId="{242C772C-0427-40B0-A50D-EDB877DCAD81}" dt="2026-02-05T11:46:57.537" v="2735" actId="26606"/>
          <ac:spMkLst>
            <pc:docMk/>
            <pc:sldMk cId="230644431" sldId="268"/>
            <ac:spMk id="12" creationId="{CAB6D7AF-734C-43E5-AE74-E8EC5D462582}"/>
          </ac:spMkLst>
        </pc:spChg>
        <pc:spChg chg="add">
          <ac:chgData name="Helle Bruhn" userId="13403f44-e5fd-4f3a-a8bc-8efd0e98364c" providerId="ADAL" clId="{242C772C-0427-40B0-A50D-EDB877DCAD81}" dt="2026-02-05T11:46:57.537" v="2735" actId="26606"/>
          <ac:spMkLst>
            <pc:docMk/>
            <pc:sldMk cId="230644431" sldId="268"/>
            <ac:spMk id="14" creationId="{36830A5B-65B2-40C0-80F8-67EFC8A6B03B}"/>
          </ac:spMkLst>
        </pc:spChg>
        <pc:picChg chg="add mod">
          <ac:chgData name="Helle Bruhn" userId="13403f44-e5fd-4f3a-a8bc-8efd0e98364c" providerId="ADAL" clId="{242C772C-0427-40B0-A50D-EDB877DCAD81}" dt="2026-02-05T11:46:57.537" v="2735" actId="26606"/>
          <ac:picMkLst>
            <pc:docMk/>
            <pc:sldMk cId="230644431" sldId="268"/>
            <ac:picMk id="5" creationId="{A795BD53-069E-2D75-287A-E773D5D22470}"/>
          </ac:picMkLst>
        </pc:picChg>
        <pc:picChg chg="add mod">
          <ac:chgData name="Helle Bruhn" userId="13403f44-e5fd-4f3a-a8bc-8efd0e98364c" providerId="ADAL" clId="{242C772C-0427-40B0-A50D-EDB877DCAD81}" dt="2026-02-05T11:47:02.731" v="2737" actId="1076"/>
          <ac:picMkLst>
            <pc:docMk/>
            <pc:sldMk cId="230644431" sldId="268"/>
            <ac:picMk id="7" creationId="{3B3B2FB5-326B-B697-49E0-3C2616D869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F0F61-BCA1-4D93-A411-30EDFBD0F969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CE7CC-4B06-4415-BC7B-6B46DA22C52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3280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Ida Olsen og Helle Bruhn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CE7CC-4B06-4415-BC7B-6B46DA22C520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42231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Øvelse 2.3 Fødselsvægt for de to grupper – er data normalfordelt? Grafisk vurdering: Vi plotter det empiriske </a:t>
            </a:r>
            <a:r>
              <a:rPr lang="da-DK" dirty="0" err="1"/>
              <a:t>kvantil</a:t>
            </a:r>
            <a:r>
              <a:rPr lang="da-DK" dirty="0"/>
              <a:t> overfor det teoretiske. Punkterne skal være tilnærmelsesvis placeret på den blå linje hvis data er normalfordelt. Selvom et par punkter i halen afviger, vurdere vi her at data er tilnærmelsesvis normalfordelt. Vi kigger efter skævvridning i halerne og om denne er systematisk fx mange punkter hen mod øverste hale = mange høje værdier. Kunne vise sig som S form eller buet.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CE7CC-4B06-4415-BC7B-6B46DA22C520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5666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Den perfekte normalfordeling vil være klokkeformet, symmetrisk. Flest observationer omkring middelværdien, færre observationer ud mod halerne. Et histogram kan støtte den grafisk fortolkning, men vil ofte være svær at aflæse.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CE7CC-4B06-4415-BC7B-6B46DA22C520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0899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Refleksion med sidemakker: hvordan oplever du at bruge Gen AI? Kom med to gode bud på hvordan det kan hjælpe dig i dette fag?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CE7CC-4B06-4415-BC7B-6B46DA22C520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8696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Hvis du ikke forstår koden – gå tilbage til dig hvor du forstod.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CE7CC-4B06-4415-BC7B-6B46DA22C520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247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+ viser eksempel på live kodning med AI via </a:t>
            </a:r>
            <a:r>
              <a:rPr lang="da-DK" dirty="0" err="1"/>
              <a:t>Prositron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CE7CC-4B06-4415-BC7B-6B46DA22C520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68938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Virker fx også i VS </a:t>
            </a:r>
            <a:r>
              <a:rPr lang="da-DK" dirty="0" err="1"/>
              <a:t>code</a:t>
            </a:r>
            <a:r>
              <a:rPr lang="da-DK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CE7CC-4B06-4415-BC7B-6B46DA22C520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6916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2F78-583D-322E-1623-8C33397E3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D4FC3-F321-6F77-E682-43BF831F4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08BC7-0776-581A-E748-3D0D4B994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58A8-86FB-0AE2-B460-AAD24DDD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F17AD-B938-6828-4D5B-1C050A66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106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8B37-8CB8-F20C-CB3D-108B48A4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3A027-B9DF-1F97-8E67-E9C7DF59E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51211-A9C6-AD3F-B384-7A71AD3A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B3E5D-2D1C-0511-2EF5-96F1E0CA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1A828-8979-B9ED-48E6-0A9A8A82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72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8329-B1CA-0B5E-4061-604F0BD92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84B5C-FDA9-3D94-9595-BAE7AC296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8AF6E-90F5-514D-92F9-0E702470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E4871-15F7-80C9-491C-F0CD68E1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2F9D-76D6-80BB-5373-44BB82DEE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2736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EFB6F-17E9-9757-8A61-C4FC4E683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3F718-E532-3BFA-F8D5-1AC62E2AC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2CBB8-2D5A-6524-8D8B-253148289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00F8A-CA3B-3EBB-D9C9-C4ACC6BFC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2BF06-9A47-1CF0-9A93-319866E5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623F4-B1B0-DB36-4853-37A3FB7C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37106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20A7A-1E83-153C-FD5C-F21915808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274B0-8E8A-7A48-E7D3-C8DF13F13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7E51B-F572-C2D5-F033-8E9DF37F1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E4B15-024C-E6AC-70DF-A1C777B32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E04018-CE9A-3AF7-7110-F6B003E6B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45FA90-14FE-CB98-A6A1-BE59AA0DC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CC9515-EDEE-8305-F95E-EEF3CF2E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D60A75-A6ED-9A4E-84B2-CA54CB19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980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54C44-79EB-F392-399C-0BE1C7B45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887D5-3DA8-BA95-89BE-49700A132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452FA-723F-F3E3-15A7-0B76C522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539B2-EAC3-FF39-4958-B02DA2BE4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93717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B2E330-E79C-B38C-1FAD-856F35FCB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F62971-067C-AB2A-5FBF-8AF7425A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84142-98BB-9C9B-6445-7D733F0A6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2539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CA43A-59A0-D042-6528-FC5F20FD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D5B48-FFCF-5613-D0E7-0993206A5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891E9-F691-77FD-5A73-5962BC211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2376C-C6DC-00E9-C1AA-8BC0891CE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26FDF-267C-3D32-8DE9-DF75AF844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9AF07-2432-E700-98D1-54F770269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53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14DB-2D88-E803-7E2B-02645796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0F3DE-FC38-4B23-E52B-D53AE3C2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E4C1C-81D0-DE97-3955-2A2967210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DDE86-8A09-2250-991C-13AA4D29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F486C-1E63-BA8F-356B-8BDE21D4F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15C73-B0FA-EC7B-63F6-6B7B29A3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7020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44E9-3C0B-780D-CB2B-0CFB6E1A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22A53-35F2-477E-E67B-E0D54616E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ECADA-5127-258B-3743-1EF54C25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CFE77-02C3-FE3E-3CF8-B568B0DC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623E2-302C-C068-FD53-CE5CC140D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353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ABDB7-3E68-0B66-E365-37AC6F7DD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D76D4-ADBC-474D-AB1A-398E649A3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EE30C-6D70-A053-6184-DF395342A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392D-CCA3-DC38-8DBB-AD5677A08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BE4D1-FA06-5412-DFA7-9970DBE4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0661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B2F3A-045D-74A1-4632-0645D5212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8A6BB-A064-5385-292A-2E4670274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F8C59-782D-9720-69A5-9F3330F110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00803-CC60-42D8-B8D1-2A0F566188FC}" type="datetimeFigureOut">
              <a:rPr lang="da-DK" smtClean="0"/>
              <a:t>10-02-2026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3952-6664-392A-1666-FBDD475C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88585-33F0-BCEE-50EA-F29ED2C93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290BA-28AC-4E0B-BBEA-5BF77ADA04A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099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itsdu.dk/da/mit_studie/bachelor/kunstig-intelligens/vejledning-og-support/aipaas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quarto.org/docs/computations/r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7407C-CB73-35A8-57F6-15D261AF1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RECAP 1. </a:t>
            </a:r>
            <a:r>
              <a:rPr lang="en-US" sz="5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øvelsestime</a:t>
            </a: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36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AB6D7AF-734C-43E5-AE74-E8EC5D46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81478-AD3B-00D2-0480-F0EAB943B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1"/>
            <a:ext cx="5333999" cy="14751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/>
              <a:t>Kvantil-Kvantil plots – hvornår er data normalfordelt?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6830A5B-65B2-40C0-80F8-67EFC8A6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1" y="0"/>
            <a:ext cx="5410196" cy="6862190"/>
          </a:xfrm>
          <a:prstGeom prst="rect">
            <a:avLst/>
          </a:prstGeom>
          <a:ln>
            <a:noFill/>
          </a:ln>
          <a:effectLst>
            <a:outerShdw blurRad="317500" dist="2540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6D6B2-EFC2-55B8-1DC9-24A16046F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19" y="2772565"/>
            <a:ext cx="5226961" cy="3292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AD9AE9-94A6-5EDD-C613-7C1299C79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359" y="2708448"/>
            <a:ext cx="2982311" cy="342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3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AB6D7AF-734C-43E5-AE74-E8EC5D46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21A74-1FCE-6BC0-61EB-6BB14AD6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1"/>
            <a:ext cx="5333999" cy="14751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Histogram – yderlig grafisk vurdering 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6830A5B-65B2-40C0-80F8-67EFC8A6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1" y="0"/>
            <a:ext cx="5410196" cy="6862190"/>
          </a:xfrm>
          <a:prstGeom prst="rect">
            <a:avLst/>
          </a:prstGeom>
          <a:ln>
            <a:noFill/>
          </a:ln>
          <a:effectLst>
            <a:outerShdw blurRad="317500" dist="2540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5BD53-069E-2D75-287A-E773D5D22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19" y="2805233"/>
            <a:ext cx="5226961" cy="3227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3B2FB5-326B-B697-49E0-3C2616D86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834" y="1782172"/>
            <a:ext cx="3514843" cy="445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4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21CB2B-20D0-5D29-955D-FBAF73DB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 til brugen af Gen AI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F50DA2-F224-D8A5-F5CB-17773BC7A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7316" y="1139350"/>
            <a:ext cx="6780700" cy="457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11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9A415-04A1-0254-3E8C-3F2B7F33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Et godt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2F8BE-DAB2-416C-5AB3-79FDB9841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Kontekst</a:t>
            </a:r>
          </a:p>
          <a:p>
            <a:pPr lvl="1"/>
            <a:r>
              <a:rPr lang="da-DK" dirty="0"/>
              <a:t>Nybegynder i kodning i R studio</a:t>
            </a:r>
          </a:p>
          <a:p>
            <a:pPr lvl="1"/>
            <a:r>
              <a:rPr lang="da-DK" dirty="0"/>
              <a:t>Skal bruge kode til at beskrive og analysere biologisk data</a:t>
            </a:r>
          </a:p>
          <a:p>
            <a:pPr lvl="1"/>
            <a:r>
              <a:rPr lang="da-DK" dirty="0"/>
              <a:t>Skal have fokus på fortolkning </a:t>
            </a:r>
          </a:p>
          <a:p>
            <a:pPr lvl="1"/>
            <a:r>
              <a:rPr lang="da-DK" dirty="0"/>
              <a:t>Vil gerne udvikle til selv at kunne kode helt basalt til fagets behov</a:t>
            </a:r>
          </a:p>
          <a:p>
            <a:pPr marL="457200" lvl="1" indent="0">
              <a:buNone/>
            </a:pPr>
            <a:endParaRPr lang="da-DK" dirty="0"/>
          </a:p>
          <a:p>
            <a:pPr marL="457200" lvl="1" indent="0">
              <a:buNone/>
            </a:pPr>
            <a:r>
              <a:rPr lang="da-DK" dirty="0"/>
              <a:t>Start fx din samtale med Copilot med:</a:t>
            </a:r>
          </a:p>
          <a:p>
            <a:pPr marL="457200" lvl="1" indent="0">
              <a:buNone/>
            </a:pPr>
            <a:r>
              <a:rPr lang="da-DK" dirty="0"/>
              <a:t>”Jeg er nybegynder i </a:t>
            </a:r>
            <a:r>
              <a:rPr lang="da-DK" dirty="0" err="1"/>
              <a:t>Rstudio</a:t>
            </a:r>
            <a:r>
              <a:rPr lang="da-DK" dirty="0"/>
              <a:t>. Jeg har brug for simpel og konkret kode, med angivelse af kilde så jeg selv kan læse mere dokumentation. Gennemgå kode linje for linje så jeg ved hvad der foregår”.</a:t>
            </a:r>
          </a:p>
        </p:txBody>
      </p:sp>
    </p:spTree>
    <p:extLst>
      <p:ext uri="{BB962C8B-B14F-4D97-AF65-F5344CB8AC3E}">
        <p14:creationId xmlns:p14="http://schemas.microsoft.com/office/powerpoint/2010/main" val="421147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15B9-D9CA-31F1-914E-DB895E38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Læs retningslinjer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1448-4BCB-7646-1E9C-438D821B3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>
                <a:hlinkClick r:id="rId3"/>
              </a:rPr>
              <a:t>- https://mitsdu.dk/da/mit_studie/bachelor/kunstig-intelligens/vejledning-og-support/aipaasdu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7596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E933-9D51-975A-17CD-0F70B1BF5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Muligheder i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4491-C636-1BD0-C1F5-8EB69875B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Quarto</a:t>
            </a:r>
            <a:r>
              <a:rPr lang="da-DK" dirty="0"/>
              <a:t>, den nyeste version til både at skrive tekst og kode.</a:t>
            </a:r>
          </a:p>
          <a:p>
            <a:r>
              <a:rPr lang="da-DK" dirty="0"/>
              <a:t>Dagens gennemgang af øvelser bygger på denne struktur.</a:t>
            </a:r>
          </a:p>
          <a:p>
            <a:r>
              <a:rPr lang="da-DK" dirty="0"/>
              <a:t>I vælger helt selv hvilken metode der passer bedst til jer. </a:t>
            </a:r>
          </a:p>
          <a:p>
            <a:r>
              <a:rPr lang="da-DK" dirty="0"/>
              <a:t>Læs mere her: </a:t>
            </a:r>
            <a:r>
              <a:rPr lang="da-DK" dirty="0">
                <a:hlinkClick r:id="rId3"/>
              </a:rPr>
              <a:t>https://quarto.org/docs/computations/r.html</a:t>
            </a: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71429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377</Words>
  <Application>Microsoft Office PowerPoint</Application>
  <PresentationFormat>Widescreen</PresentationFormat>
  <Paragraphs>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RECAP 1. øvelsestime</vt:lpstr>
      <vt:lpstr>Kvantil-Kvantil plots – hvornår er data normalfordelt?</vt:lpstr>
      <vt:lpstr>Histogram – yderlig grafisk vurdering </vt:lpstr>
      <vt:lpstr>Intro til brugen af Gen AI </vt:lpstr>
      <vt:lpstr>Et godt Prompt</vt:lpstr>
      <vt:lpstr>Læs retningslinjer</vt:lpstr>
      <vt:lpstr>Muligheder i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Helle Bruhn</dc:creator>
  <cp:lastModifiedBy>Helle Bruhn</cp:lastModifiedBy>
  <cp:revision>1</cp:revision>
  <dcterms:created xsi:type="dcterms:W3CDTF">2026-02-02T08:33:09Z</dcterms:created>
  <dcterms:modified xsi:type="dcterms:W3CDTF">2026-02-10T11:01:28Z</dcterms:modified>
</cp:coreProperties>
</file>