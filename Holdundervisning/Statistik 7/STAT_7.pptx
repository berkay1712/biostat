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1389B4-C2B3-4565-86D0-8FA6FD9595D4}" v="12" dt="2026-03-18T09:52:23.3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75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le Bruhn" userId="13403f44-e5fd-4f3a-a8bc-8efd0e98364c" providerId="ADAL" clId="{242C772C-0427-40B0-A50D-EDB877DCAD81}"/>
    <pc:docChg chg="custSel addSld modSld">
      <pc:chgData name="Helle Bruhn" userId="13403f44-e5fd-4f3a-a8bc-8efd0e98364c" providerId="ADAL" clId="{242C772C-0427-40B0-A50D-EDB877DCAD81}" dt="2026-03-18T09:52:23.397" v="203"/>
      <pc:docMkLst>
        <pc:docMk/>
      </pc:docMkLst>
      <pc:sldChg chg="modSp new mod">
        <pc:chgData name="Helle Bruhn" userId="13403f44-e5fd-4f3a-a8bc-8efd0e98364c" providerId="ADAL" clId="{242C772C-0427-40B0-A50D-EDB877DCAD81}" dt="2026-03-18T09:44:37.533" v="70" actId="20577"/>
        <pc:sldMkLst>
          <pc:docMk/>
          <pc:sldMk cId="3606484944" sldId="256"/>
        </pc:sldMkLst>
        <pc:spChg chg="mod">
          <ac:chgData name="Helle Bruhn" userId="13403f44-e5fd-4f3a-a8bc-8efd0e98364c" providerId="ADAL" clId="{242C772C-0427-40B0-A50D-EDB877DCAD81}" dt="2026-03-18T09:44:22.403" v="12" actId="20577"/>
          <ac:spMkLst>
            <pc:docMk/>
            <pc:sldMk cId="3606484944" sldId="256"/>
            <ac:spMk id="2" creationId="{3164E9CE-864D-9DE0-B4C4-89FD6C593B55}"/>
          </ac:spMkLst>
        </pc:spChg>
        <pc:spChg chg="mod">
          <ac:chgData name="Helle Bruhn" userId="13403f44-e5fd-4f3a-a8bc-8efd0e98364c" providerId="ADAL" clId="{242C772C-0427-40B0-A50D-EDB877DCAD81}" dt="2026-03-18T09:44:37.533" v="70" actId="20577"/>
          <ac:spMkLst>
            <pc:docMk/>
            <pc:sldMk cId="3606484944" sldId="256"/>
            <ac:spMk id="3" creationId="{6F156FC2-FD72-F4D9-4C33-BE429127BD3A}"/>
          </ac:spMkLst>
        </pc:spChg>
      </pc:sldChg>
      <pc:sldChg chg="addSp modSp new mod modTransition setBg modAnim">
        <pc:chgData name="Helle Bruhn" userId="13403f44-e5fd-4f3a-a8bc-8efd0e98364c" providerId="ADAL" clId="{242C772C-0427-40B0-A50D-EDB877DCAD81}" dt="2026-03-18T09:49:59.378" v="182"/>
        <pc:sldMkLst>
          <pc:docMk/>
          <pc:sldMk cId="219202762" sldId="257"/>
        </pc:sldMkLst>
        <pc:spChg chg="mod">
          <ac:chgData name="Helle Bruhn" userId="13403f44-e5fd-4f3a-a8bc-8efd0e98364c" providerId="ADAL" clId="{242C772C-0427-40B0-A50D-EDB877DCAD81}" dt="2026-03-18T09:46:41.759" v="134" actId="26606"/>
          <ac:spMkLst>
            <pc:docMk/>
            <pc:sldMk cId="219202762" sldId="257"/>
            <ac:spMk id="2" creationId="{A557A323-8518-ECDE-E682-36DCF5A3FA0F}"/>
          </ac:spMkLst>
        </pc:spChg>
        <pc:spChg chg="mod">
          <ac:chgData name="Helle Bruhn" userId="13403f44-e5fd-4f3a-a8bc-8efd0e98364c" providerId="ADAL" clId="{242C772C-0427-40B0-A50D-EDB877DCAD81}" dt="2026-03-18T09:46:41.759" v="134" actId="26606"/>
          <ac:spMkLst>
            <pc:docMk/>
            <pc:sldMk cId="219202762" sldId="257"/>
            <ac:spMk id="3" creationId="{A0D03E67-367C-726C-7650-B67167FEAF09}"/>
          </ac:spMkLst>
        </pc:spChg>
        <pc:spChg chg="add">
          <ac:chgData name="Helle Bruhn" userId="13403f44-e5fd-4f3a-a8bc-8efd0e98364c" providerId="ADAL" clId="{242C772C-0427-40B0-A50D-EDB877DCAD81}" dt="2026-03-18T09:46:41.759" v="134" actId="26606"/>
          <ac:spMkLst>
            <pc:docMk/>
            <pc:sldMk cId="219202762" sldId="257"/>
            <ac:spMk id="10" creationId="{DBC6133C-0615-4CE4-9132-37E609A9BDFA}"/>
          </ac:spMkLst>
        </pc:spChg>
        <pc:spChg chg="add">
          <ac:chgData name="Helle Bruhn" userId="13403f44-e5fd-4f3a-a8bc-8efd0e98364c" providerId="ADAL" clId="{242C772C-0427-40B0-A50D-EDB877DCAD81}" dt="2026-03-18T09:46:41.759" v="134" actId="26606"/>
          <ac:spMkLst>
            <pc:docMk/>
            <pc:sldMk cId="219202762" sldId="257"/>
            <ac:spMk id="12" creationId="{169CC832-2974-4E8D-90ED-3E2941BA7336}"/>
          </ac:spMkLst>
        </pc:spChg>
        <pc:spChg chg="add">
          <ac:chgData name="Helle Bruhn" userId="13403f44-e5fd-4f3a-a8bc-8efd0e98364c" providerId="ADAL" clId="{242C772C-0427-40B0-A50D-EDB877DCAD81}" dt="2026-03-18T09:46:41.759" v="134" actId="26606"/>
          <ac:spMkLst>
            <pc:docMk/>
            <pc:sldMk cId="219202762" sldId="257"/>
            <ac:spMk id="14" creationId="{55222F96-971A-4F90-B841-6BAB416C7AC1}"/>
          </ac:spMkLst>
        </pc:spChg>
        <pc:spChg chg="add">
          <ac:chgData name="Helle Bruhn" userId="13403f44-e5fd-4f3a-a8bc-8efd0e98364c" providerId="ADAL" clId="{242C772C-0427-40B0-A50D-EDB877DCAD81}" dt="2026-03-18T09:46:41.759" v="134" actId="26606"/>
          <ac:spMkLst>
            <pc:docMk/>
            <pc:sldMk cId="219202762" sldId="257"/>
            <ac:spMk id="16" creationId="{08980754-6F4B-43C9-B9BE-127B6BED6586}"/>
          </ac:spMkLst>
        </pc:spChg>
        <pc:spChg chg="add">
          <ac:chgData name="Helle Bruhn" userId="13403f44-e5fd-4f3a-a8bc-8efd0e98364c" providerId="ADAL" clId="{242C772C-0427-40B0-A50D-EDB877DCAD81}" dt="2026-03-18T09:46:41.759" v="134" actId="26606"/>
          <ac:spMkLst>
            <pc:docMk/>
            <pc:sldMk cId="219202762" sldId="257"/>
            <ac:spMk id="18" creationId="{2C1BBA94-3F40-40AA-8BB9-E69E25E537C1}"/>
          </ac:spMkLst>
        </pc:spChg>
        <pc:picChg chg="add mod modCrop">
          <ac:chgData name="Helle Bruhn" userId="13403f44-e5fd-4f3a-a8bc-8efd0e98364c" providerId="ADAL" clId="{242C772C-0427-40B0-A50D-EDB877DCAD81}" dt="2026-03-18T09:47:06.810" v="139" actId="1076"/>
          <ac:picMkLst>
            <pc:docMk/>
            <pc:sldMk cId="219202762" sldId="257"/>
            <ac:picMk id="5" creationId="{F713B826-1CED-8C2F-0ADE-AF21654F60CB}"/>
          </ac:picMkLst>
        </pc:picChg>
        <pc:picChg chg="add mod">
          <ac:chgData name="Helle Bruhn" userId="13403f44-e5fd-4f3a-a8bc-8efd0e98364c" providerId="ADAL" clId="{242C772C-0427-40B0-A50D-EDB877DCAD81}" dt="2026-03-18T09:49:33.921" v="180" actId="1076"/>
          <ac:picMkLst>
            <pc:docMk/>
            <pc:sldMk cId="219202762" sldId="257"/>
            <ac:picMk id="7" creationId="{36E2C75F-26BF-7CD6-37A6-3FC472EA9F2A}"/>
          </ac:picMkLst>
        </pc:picChg>
      </pc:sldChg>
      <pc:sldChg chg="delSp modSp new mod modAnim">
        <pc:chgData name="Helle Bruhn" userId="13403f44-e5fd-4f3a-a8bc-8efd0e98364c" providerId="ADAL" clId="{242C772C-0427-40B0-A50D-EDB877DCAD81}" dt="2026-03-18T09:50:53.974" v="195"/>
        <pc:sldMkLst>
          <pc:docMk/>
          <pc:sldMk cId="3637080323" sldId="258"/>
        </pc:sldMkLst>
        <pc:spChg chg="del">
          <ac:chgData name="Helle Bruhn" userId="13403f44-e5fd-4f3a-a8bc-8efd0e98364c" providerId="ADAL" clId="{242C772C-0427-40B0-A50D-EDB877DCAD81}" dt="2026-03-18T09:45:39.092" v="131" actId="478"/>
          <ac:spMkLst>
            <pc:docMk/>
            <pc:sldMk cId="3637080323" sldId="258"/>
            <ac:spMk id="2" creationId="{AAA384D2-1B72-9009-0452-BB1823A0ECA1}"/>
          </ac:spMkLst>
        </pc:spChg>
        <pc:spChg chg="mod">
          <ac:chgData name="Helle Bruhn" userId="13403f44-e5fd-4f3a-a8bc-8efd0e98364c" providerId="ADAL" clId="{242C772C-0427-40B0-A50D-EDB877DCAD81}" dt="2026-03-18T09:50:48.359" v="194"/>
          <ac:spMkLst>
            <pc:docMk/>
            <pc:sldMk cId="3637080323" sldId="258"/>
            <ac:spMk id="3" creationId="{04BC0068-6DC5-A272-35AA-AFAF9EE8662A}"/>
          </ac:spMkLst>
        </pc:spChg>
      </pc:sldChg>
      <pc:sldChg chg="delSp modSp new mod modAnim">
        <pc:chgData name="Helle Bruhn" userId="13403f44-e5fd-4f3a-a8bc-8efd0e98364c" providerId="ADAL" clId="{242C772C-0427-40B0-A50D-EDB877DCAD81}" dt="2026-03-18T09:52:01.972" v="199"/>
        <pc:sldMkLst>
          <pc:docMk/>
          <pc:sldMk cId="8397573" sldId="259"/>
        </pc:sldMkLst>
        <pc:spChg chg="del">
          <ac:chgData name="Helle Bruhn" userId="13403f44-e5fd-4f3a-a8bc-8efd0e98364c" providerId="ADAL" clId="{242C772C-0427-40B0-A50D-EDB877DCAD81}" dt="2026-03-18T09:48:44.728" v="166" actId="478"/>
          <ac:spMkLst>
            <pc:docMk/>
            <pc:sldMk cId="8397573" sldId="259"/>
            <ac:spMk id="2" creationId="{6B7FB073-3BCD-FBBB-5A27-B343929A4471}"/>
          </ac:spMkLst>
        </pc:spChg>
        <pc:spChg chg="mod">
          <ac:chgData name="Helle Bruhn" userId="13403f44-e5fd-4f3a-a8bc-8efd0e98364c" providerId="ADAL" clId="{242C772C-0427-40B0-A50D-EDB877DCAD81}" dt="2026-03-18T09:51:07.511" v="198"/>
          <ac:spMkLst>
            <pc:docMk/>
            <pc:sldMk cId="8397573" sldId="259"/>
            <ac:spMk id="3" creationId="{39C20E77-B7B4-87C5-E834-0072FBB601E9}"/>
          </ac:spMkLst>
        </pc:spChg>
      </pc:sldChg>
      <pc:sldChg chg="delSp modSp new mod modAnim">
        <pc:chgData name="Helle Bruhn" userId="13403f44-e5fd-4f3a-a8bc-8efd0e98364c" providerId="ADAL" clId="{242C772C-0427-40B0-A50D-EDB877DCAD81}" dt="2026-03-18T09:52:23.397" v="203"/>
        <pc:sldMkLst>
          <pc:docMk/>
          <pc:sldMk cId="4252012572" sldId="260"/>
        </pc:sldMkLst>
        <pc:spChg chg="del">
          <ac:chgData name="Helle Bruhn" userId="13403f44-e5fd-4f3a-a8bc-8efd0e98364c" providerId="ADAL" clId="{242C772C-0427-40B0-A50D-EDB877DCAD81}" dt="2026-03-18T09:48:58.748" v="171" actId="478"/>
          <ac:spMkLst>
            <pc:docMk/>
            <pc:sldMk cId="4252012572" sldId="260"/>
            <ac:spMk id="2" creationId="{B31CCBD9-02C9-42FD-1D4A-9555B1B26924}"/>
          </ac:spMkLst>
        </pc:spChg>
        <pc:spChg chg="mod">
          <ac:chgData name="Helle Bruhn" userId="13403f44-e5fd-4f3a-a8bc-8efd0e98364c" providerId="ADAL" clId="{242C772C-0427-40B0-A50D-EDB877DCAD81}" dt="2026-03-18T09:52:18.296" v="202"/>
          <ac:spMkLst>
            <pc:docMk/>
            <pc:sldMk cId="4252012572" sldId="260"/>
            <ac:spMk id="3" creationId="{8E93F2DF-0B50-7AA9-A194-420890AE3D6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54870-1CE5-0CF7-29FC-F2CC290537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a-DK"/>
          </a:p>
        </p:txBody>
      </p:sp>
      <p:sp>
        <p:nvSpPr>
          <p:cNvPr id="3" name="Subtitle 2">
            <a:extLst>
              <a:ext uri="{FF2B5EF4-FFF2-40B4-BE49-F238E27FC236}">
                <a16:creationId xmlns:a16="http://schemas.microsoft.com/office/drawing/2014/main" id="{A86229DE-9783-6476-5C73-ED7BA1B459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a-DK"/>
          </a:p>
        </p:txBody>
      </p:sp>
      <p:sp>
        <p:nvSpPr>
          <p:cNvPr id="4" name="Date Placeholder 3">
            <a:extLst>
              <a:ext uri="{FF2B5EF4-FFF2-40B4-BE49-F238E27FC236}">
                <a16:creationId xmlns:a16="http://schemas.microsoft.com/office/drawing/2014/main" id="{309C44DA-68C2-B946-1989-0D0539786B74}"/>
              </a:ext>
            </a:extLst>
          </p:cNvPr>
          <p:cNvSpPr>
            <a:spLocks noGrp="1"/>
          </p:cNvSpPr>
          <p:nvPr>
            <p:ph type="dt" sz="half" idx="10"/>
          </p:nvPr>
        </p:nvSpPr>
        <p:spPr/>
        <p:txBody>
          <a:bodyPr/>
          <a:lstStyle/>
          <a:p>
            <a:fld id="{A40C5995-FDBF-4607-ACA4-B9D048125D6C}" type="datetimeFigureOut">
              <a:rPr lang="da-DK" smtClean="0"/>
              <a:t>18-03-2026</a:t>
            </a:fld>
            <a:endParaRPr lang="da-DK"/>
          </a:p>
        </p:txBody>
      </p:sp>
      <p:sp>
        <p:nvSpPr>
          <p:cNvPr id="5" name="Footer Placeholder 4">
            <a:extLst>
              <a:ext uri="{FF2B5EF4-FFF2-40B4-BE49-F238E27FC236}">
                <a16:creationId xmlns:a16="http://schemas.microsoft.com/office/drawing/2014/main" id="{08BDF64D-4EFD-CC20-C751-2F5634E06F24}"/>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B8106014-F2A7-3061-E195-CC7779D313E6}"/>
              </a:ext>
            </a:extLst>
          </p:cNvPr>
          <p:cNvSpPr>
            <a:spLocks noGrp="1"/>
          </p:cNvSpPr>
          <p:nvPr>
            <p:ph type="sldNum" sz="quarter" idx="12"/>
          </p:nvPr>
        </p:nvSpPr>
        <p:spPr/>
        <p:txBody>
          <a:bodyPr/>
          <a:lstStyle/>
          <a:p>
            <a:fld id="{B619AAB5-20F3-447A-A113-FD686609FBF5}" type="slidenum">
              <a:rPr lang="da-DK" smtClean="0"/>
              <a:t>‹#›</a:t>
            </a:fld>
            <a:endParaRPr lang="da-DK"/>
          </a:p>
        </p:txBody>
      </p:sp>
    </p:spTree>
    <p:extLst>
      <p:ext uri="{BB962C8B-B14F-4D97-AF65-F5344CB8AC3E}">
        <p14:creationId xmlns:p14="http://schemas.microsoft.com/office/powerpoint/2010/main" val="7489365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DE2E0-434D-5EFF-A695-53E724937046}"/>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799C32E5-103D-66C2-7FD3-FF8B15EE7D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61A40243-7CC5-56A2-7E21-5F4EA6E2C058}"/>
              </a:ext>
            </a:extLst>
          </p:cNvPr>
          <p:cNvSpPr>
            <a:spLocks noGrp="1"/>
          </p:cNvSpPr>
          <p:nvPr>
            <p:ph type="dt" sz="half" idx="10"/>
          </p:nvPr>
        </p:nvSpPr>
        <p:spPr/>
        <p:txBody>
          <a:bodyPr/>
          <a:lstStyle/>
          <a:p>
            <a:fld id="{A40C5995-FDBF-4607-ACA4-B9D048125D6C}" type="datetimeFigureOut">
              <a:rPr lang="da-DK" smtClean="0"/>
              <a:t>18-03-2026</a:t>
            </a:fld>
            <a:endParaRPr lang="da-DK"/>
          </a:p>
        </p:txBody>
      </p:sp>
      <p:sp>
        <p:nvSpPr>
          <p:cNvPr id="5" name="Footer Placeholder 4">
            <a:extLst>
              <a:ext uri="{FF2B5EF4-FFF2-40B4-BE49-F238E27FC236}">
                <a16:creationId xmlns:a16="http://schemas.microsoft.com/office/drawing/2014/main" id="{D8D2B7BF-89CA-9F7A-B5D1-E406063C5F27}"/>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3F3A8B1E-6745-19C4-1913-8A2C2F7D1B41}"/>
              </a:ext>
            </a:extLst>
          </p:cNvPr>
          <p:cNvSpPr>
            <a:spLocks noGrp="1"/>
          </p:cNvSpPr>
          <p:nvPr>
            <p:ph type="sldNum" sz="quarter" idx="12"/>
          </p:nvPr>
        </p:nvSpPr>
        <p:spPr/>
        <p:txBody>
          <a:bodyPr/>
          <a:lstStyle/>
          <a:p>
            <a:fld id="{B619AAB5-20F3-447A-A113-FD686609FBF5}" type="slidenum">
              <a:rPr lang="da-DK" smtClean="0"/>
              <a:t>‹#›</a:t>
            </a:fld>
            <a:endParaRPr lang="da-DK"/>
          </a:p>
        </p:txBody>
      </p:sp>
    </p:spTree>
    <p:extLst>
      <p:ext uri="{BB962C8B-B14F-4D97-AF65-F5344CB8AC3E}">
        <p14:creationId xmlns:p14="http://schemas.microsoft.com/office/powerpoint/2010/main" val="984200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AD56A-F61B-4CB5-5269-2AC0E4585E6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a-DK"/>
          </a:p>
        </p:txBody>
      </p:sp>
      <p:sp>
        <p:nvSpPr>
          <p:cNvPr id="3" name="Text Placeholder 2">
            <a:extLst>
              <a:ext uri="{FF2B5EF4-FFF2-40B4-BE49-F238E27FC236}">
                <a16:creationId xmlns:a16="http://schemas.microsoft.com/office/drawing/2014/main" id="{762E5814-7346-91C4-B3C7-30B7471D749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F6393AB-E748-16DE-1138-B4A2795E0672}"/>
              </a:ext>
            </a:extLst>
          </p:cNvPr>
          <p:cNvSpPr>
            <a:spLocks noGrp="1"/>
          </p:cNvSpPr>
          <p:nvPr>
            <p:ph type="dt" sz="half" idx="10"/>
          </p:nvPr>
        </p:nvSpPr>
        <p:spPr/>
        <p:txBody>
          <a:bodyPr/>
          <a:lstStyle/>
          <a:p>
            <a:fld id="{A40C5995-FDBF-4607-ACA4-B9D048125D6C}" type="datetimeFigureOut">
              <a:rPr lang="da-DK" smtClean="0"/>
              <a:t>18-03-2026</a:t>
            </a:fld>
            <a:endParaRPr lang="da-DK"/>
          </a:p>
        </p:txBody>
      </p:sp>
      <p:sp>
        <p:nvSpPr>
          <p:cNvPr id="5" name="Footer Placeholder 4">
            <a:extLst>
              <a:ext uri="{FF2B5EF4-FFF2-40B4-BE49-F238E27FC236}">
                <a16:creationId xmlns:a16="http://schemas.microsoft.com/office/drawing/2014/main" id="{65977DF8-60B3-1042-2D37-AEEA7973FFF8}"/>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0BDB2A7E-776E-EBAA-7171-B2FB6C453DA0}"/>
              </a:ext>
            </a:extLst>
          </p:cNvPr>
          <p:cNvSpPr>
            <a:spLocks noGrp="1"/>
          </p:cNvSpPr>
          <p:nvPr>
            <p:ph type="sldNum" sz="quarter" idx="12"/>
          </p:nvPr>
        </p:nvSpPr>
        <p:spPr/>
        <p:txBody>
          <a:bodyPr/>
          <a:lstStyle/>
          <a:p>
            <a:fld id="{B619AAB5-20F3-447A-A113-FD686609FBF5}" type="slidenum">
              <a:rPr lang="da-DK" smtClean="0"/>
              <a:t>‹#›</a:t>
            </a:fld>
            <a:endParaRPr lang="da-DK"/>
          </a:p>
        </p:txBody>
      </p:sp>
    </p:spTree>
    <p:extLst>
      <p:ext uri="{BB962C8B-B14F-4D97-AF65-F5344CB8AC3E}">
        <p14:creationId xmlns:p14="http://schemas.microsoft.com/office/powerpoint/2010/main" val="3840042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701EA-E564-A146-9BDC-7157917C5606}"/>
              </a:ext>
            </a:extLst>
          </p:cNvPr>
          <p:cNvSpPr>
            <a:spLocks noGrp="1"/>
          </p:cNvSpPr>
          <p:nvPr>
            <p:ph type="title"/>
          </p:nvPr>
        </p:nvSpPr>
        <p:spPr/>
        <p:txBody>
          <a:bodyPr/>
          <a:lstStyle/>
          <a:p>
            <a:r>
              <a:rPr lang="en-US"/>
              <a:t>Click to edit Master title style</a:t>
            </a:r>
            <a:endParaRPr lang="da-DK"/>
          </a:p>
        </p:txBody>
      </p:sp>
      <p:sp>
        <p:nvSpPr>
          <p:cNvPr id="3" name="Content Placeholder 2">
            <a:extLst>
              <a:ext uri="{FF2B5EF4-FFF2-40B4-BE49-F238E27FC236}">
                <a16:creationId xmlns:a16="http://schemas.microsoft.com/office/drawing/2014/main" id="{47519CE3-FFF4-75D5-C614-1F061E0DCF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Content Placeholder 3">
            <a:extLst>
              <a:ext uri="{FF2B5EF4-FFF2-40B4-BE49-F238E27FC236}">
                <a16:creationId xmlns:a16="http://schemas.microsoft.com/office/drawing/2014/main" id="{4D527ED6-AF31-98AA-9DE6-F4D8FA36535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Date Placeholder 4">
            <a:extLst>
              <a:ext uri="{FF2B5EF4-FFF2-40B4-BE49-F238E27FC236}">
                <a16:creationId xmlns:a16="http://schemas.microsoft.com/office/drawing/2014/main" id="{20074353-959C-C5AB-27C3-08A85BCF79AD}"/>
              </a:ext>
            </a:extLst>
          </p:cNvPr>
          <p:cNvSpPr>
            <a:spLocks noGrp="1"/>
          </p:cNvSpPr>
          <p:nvPr>
            <p:ph type="dt" sz="half" idx="10"/>
          </p:nvPr>
        </p:nvSpPr>
        <p:spPr/>
        <p:txBody>
          <a:bodyPr/>
          <a:lstStyle/>
          <a:p>
            <a:fld id="{A40C5995-FDBF-4607-ACA4-B9D048125D6C}" type="datetimeFigureOut">
              <a:rPr lang="da-DK" smtClean="0"/>
              <a:t>18-03-2026</a:t>
            </a:fld>
            <a:endParaRPr lang="da-DK"/>
          </a:p>
        </p:txBody>
      </p:sp>
      <p:sp>
        <p:nvSpPr>
          <p:cNvPr id="6" name="Footer Placeholder 5">
            <a:extLst>
              <a:ext uri="{FF2B5EF4-FFF2-40B4-BE49-F238E27FC236}">
                <a16:creationId xmlns:a16="http://schemas.microsoft.com/office/drawing/2014/main" id="{41D98E50-A7A7-9354-B49E-B1316BB9F3BF}"/>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1A73553B-B565-742C-CE94-7F8E220C8776}"/>
              </a:ext>
            </a:extLst>
          </p:cNvPr>
          <p:cNvSpPr>
            <a:spLocks noGrp="1"/>
          </p:cNvSpPr>
          <p:nvPr>
            <p:ph type="sldNum" sz="quarter" idx="12"/>
          </p:nvPr>
        </p:nvSpPr>
        <p:spPr/>
        <p:txBody>
          <a:bodyPr/>
          <a:lstStyle/>
          <a:p>
            <a:fld id="{B619AAB5-20F3-447A-A113-FD686609FBF5}" type="slidenum">
              <a:rPr lang="da-DK" smtClean="0"/>
              <a:t>‹#›</a:t>
            </a:fld>
            <a:endParaRPr lang="da-DK"/>
          </a:p>
        </p:txBody>
      </p:sp>
    </p:spTree>
    <p:extLst>
      <p:ext uri="{BB962C8B-B14F-4D97-AF65-F5344CB8AC3E}">
        <p14:creationId xmlns:p14="http://schemas.microsoft.com/office/powerpoint/2010/main" val="38794888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26686-5DBC-2461-7A90-9FDE57A1841F}"/>
              </a:ext>
            </a:extLst>
          </p:cNvPr>
          <p:cNvSpPr>
            <a:spLocks noGrp="1"/>
          </p:cNvSpPr>
          <p:nvPr>
            <p:ph type="title"/>
          </p:nvPr>
        </p:nvSpPr>
        <p:spPr>
          <a:xfrm>
            <a:off x="839788" y="365125"/>
            <a:ext cx="10515600" cy="1325563"/>
          </a:xfrm>
        </p:spPr>
        <p:txBody>
          <a:bodyPr/>
          <a:lstStyle/>
          <a:p>
            <a:r>
              <a:rPr lang="en-US"/>
              <a:t>Click to edit Master title style</a:t>
            </a:r>
            <a:endParaRPr lang="da-DK"/>
          </a:p>
        </p:txBody>
      </p:sp>
      <p:sp>
        <p:nvSpPr>
          <p:cNvPr id="3" name="Text Placeholder 2">
            <a:extLst>
              <a:ext uri="{FF2B5EF4-FFF2-40B4-BE49-F238E27FC236}">
                <a16:creationId xmlns:a16="http://schemas.microsoft.com/office/drawing/2014/main" id="{6F4F005D-45E9-986A-4688-5665E2AB5C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20BC0EA-8BE5-AD21-7F6A-BE108152AA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5" name="Text Placeholder 4">
            <a:extLst>
              <a:ext uri="{FF2B5EF4-FFF2-40B4-BE49-F238E27FC236}">
                <a16:creationId xmlns:a16="http://schemas.microsoft.com/office/drawing/2014/main" id="{CDB8566B-64B3-D315-9FAF-B5E9C922F1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01A21F-E31D-83BC-5F37-26BAF1DCBD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7" name="Date Placeholder 6">
            <a:extLst>
              <a:ext uri="{FF2B5EF4-FFF2-40B4-BE49-F238E27FC236}">
                <a16:creationId xmlns:a16="http://schemas.microsoft.com/office/drawing/2014/main" id="{189A208E-0674-5762-683D-6B8D3C163F87}"/>
              </a:ext>
            </a:extLst>
          </p:cNvPr>
          <p:cNvSpPr>
            <a:spLocks noGrp="1"/>
          </p:cNvSpPr>
          <p:nvPr>
            <p:ph type="dt" sz="half" idx="10"/>
          </p:nvPr>
        </p:nvSpPr>
        <p:spPr/>
        <p:txBody>
          <a:bodyPr/>
          <a:lstStyle/>
          <a:p>
            <a:fld id="{A40C5995-FDBF-4607-ACA4-B9D048125D6C}" type="datetimeFigureOut">
              <a:rPr lang="da-DK" smtClean="0"/>
              <a:t>18-03-2026</a:t>
            </a:fld>
            <a:endParaRPr lang="da-DK"/>
          </a:p>
        </p:txBody>
      </p:sp>
      <p:sp>
        <p:nvSpPr>
          <p:cNvPr id="8" name="Footer Placeholder 7">
            <a:extLst>
              <a:ext uri="{FF2B5EF4-FFF2-40B4-BE49-F238E27FC236}">
                <a16:creationId xmlns:a16="http://schemas.microsoft.com/office/drawing/2014/main" id="{2C853F43-73E3-014E-30DD-164402E35DF1}"/>
              </a:ext>
            </a:extLst>
          </p:cNvPr>
          <p:cNvSpPr>
            <a:spLocks noGrp="1"/>
          </p:cNvSpPr>
          <p:nvPr>
            <p:ph type="ftr" sz="quarter" idx="11"/>
          </p:nvPr>
        </p:nvSpPr>
        <p:spPr/>
        <p:txBody>
          <a:bodyPr/>
          <a:lstStyle/>
          <a:p>
            <a:endParaRPr lang="da-DK"/>
          </a:p>
        </p:txBody>
      </p:sp>
      <p:sp>
        <p:nvSpPr>
          <p:cNvPr id="9" name="Slide Number Placeholder 8">
            <a:extLst>
              <a:ext uri="{FF2B5EF4-FFF2-40B4-BE49-F238E27FC236}">
                <a16:creationId xmlns:a16="http://schemas.microsoft.com/office/drawing/2014/main" id="{86AE2B89-01A5-FD63-E5DD-F6E47908CB3A}"/>
              </a:ext>
            </a:extLst>
          </p:cNvPr>
          <p:cNvSpPr>
            <a:spLocks noGrp="1"/>
          </p:cNvSpPr>
          <p:nvPr>
            <p:ph type="sldNum" sz="quarter" idx="12"/>
          </p:nvPr>
        </p:nvSpPr>
        <p:spPr/>
        <p:txBody>
          <a:bodyPr/>
          <a:lstStyle/>
          <a:p>
            <a:fld id="{B619AAB5-20F3-447A-A113-FD686609FBF5}" type="slidenum">
              <a:rPr lang="da-DK" smtClean="0"/>
              <a:t>‹#›</a:t>
            </a:fld>
            <a:endParaRPr lang="da-DK"/>
          </a:p>
        </p:txBody>
      </p:sp>
    </p:spTree>
    <p:extLst>
      <p:ext uri="{BB962C8B-B14F-4D97-AF65-F5344CB8AC3E}">
        <p14:creationId xmlns:p14="http://schemas.microsoft.com/office/powerpoint/2010/main" val="23232175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3B1B3-638F-BF45-3B42-A835AD63AE59}"/>
              </a:ext>
            </a:extLst>
          </p:cNvPr>
          <p:cNvSpPr>
            <a:spLocks noGrp="1"/>
          </p:cNvSpPr>
          <p:nvPr>
            <p:ph type="title"/>
          </p:nvPr>
        </p:nvSpPr>
        <p:spPr/>
        <p:txBody>
          <a:bodyPr/>
          <a:lstStyle/>
          <a:p>
            <a:r>
              <a:rPr lang="en-US"/>
              <a:t>Click to edit Master title style</a:t>
            </a:r>
            <a:endParaRPr lang="da-DK"/>
          </a:p>
        </p:txBody>
      </p:sp>
      <p:sp>
        <p:nvSpPr>
          <p:cNvPr id="3" name="Date Placeholder 2">
            <a:extLst>
              <a:ext uri="{FF2B5EF4-FFF2-40B4-BE49-F238E27FC236}">
                <a16:creationId xmlns:a16="http://schemas.microsoft.com/office/drawing/2014/main" id="{8A201E23-2BF6-7906-3EAF-102B373AE4C5}"/>
              </a:ext>
            </a:extLst>
          </p:cNvPr>
          <p:cNvSpPr>
            <a:spLocks noGrp="1"/>
          </p:cNvSpPr>
          <p:nvPr>
            <p:ph type="dt" sz="half" idx="10"/>
          </p:nvPr>
        </p:nvSpPr>
        <p:spPr/>
        <p:txBody>
          <a:bodyPr/>
          <a:lstStyle/>
          <a:p>
            <a:fld id="{A40C5995-FDBF-4607-ACA4-B9D048125D6C}" type="datetimeFigureOut">
              <a:rPr lang="da-DK" smtClean="0"/>
              <a:t>18-03-2026</a:t>
            </a:fld>
            <a:endParaRPr lang="da-DK"/>
          </a:p>
        </p:txBody>
      </p:sp>
      <p:sp>
        <p:nvSpPr>
          <p:cNvPr id="4" name="Footer Placeholder 3">
            <a:extLst>
              <a:ext uri="{FF2B5EF4-FFF2-40B4-BE49-F238E27FC236}">
                <a16:creationId xmlns:a16="http://schemas.microsoft.com/office/drawing/2014/main" id="{65B58D51-9070-9A2E-6ABF-3A72987C3DBC}"/>
              </a:ext>
            </a:extLst>
          </p:cNvPr>
          <p:cNvSpPr>
            <a:spLocks noGrp="1"/>
          </p:cNvSpPr>
          <p:nvPr>
            <p:ph type="ftr" sz="quarter" idx="11"/>
          </p:nvPr>
        </p:nvSpPr>
        <p:spPr/>
        <p:txBody>
          <a:bodyPr/>
          <a:lstStyle/>
          <a:p>
            <a:endParaRPr lang="da-DK"/>
          </a:p>
        </p:txBody>
      </p:sp>
      <p:sp>
        <p:nvSpPr>
          <p:cNvPr id="5" name="Slide Number Placeholder 4">
            <a:extLst>
              <a:ext uri="{FF2B5EF4-FFF2-40B4-BE49-F238E27FC236}">
                <a16:creationId xmlns:a16="http://schemas.microsoft.com/office/drawing/2014/main" id="{C8B84154-39D4-0FF5-0C9C-4123A86FD70F}"/>
              </a:ext>
            </a:extLst>
          </p:cNvPr>
          <p:cNvSpPr>
            <a:spLocks noGrp="1"/>
          </p:cNvSpPr>
          <p:nvPr>
            <p:ph type="sldNum" sz="quarter" idx="12"/>
          </p:nvPr>
        </p:nvSpPr>
        <p:spPr/>
        <p:txBody>
          <a:bodyPr/>
          <a:lstStyle/>
          <a:p>
            <a:fld id="{B619AAB5-20F3-447A-A113-FD686609FBF5}" type="slidenum">
              <a:rPr lang="da-DK" smtClean="0"/>
              <a:t>‹#›</a:t>
            </a:fld>
            <a:endParaRPr lang="da-DK"/>
          </a:p>
        </p:txBody>
      </p:sp>
    </p:spTree>
    <p:extLst>
      <p:ext uri="{BB962C8B-B14F-4D97-AF65-F5344CB8AC3E}">
        <p14:creationId xmlns:p14="http://schemas.microsoft.com/office/powerpoint/2010/main" val="365159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8F5B92-0195-A7BF-C0C3-5197FB5AE11E}"/>
              </a:ext>
            </a:extLst>
          </p:cNvPr>
          <p:cNvSpPr>
            <a:spLocks noGrp="1"/>
          </p:cNvSpPr>
          <p:nvPr>
            <p:ph type="dt" sz="half" idx="10"/>
          </p:nvPr>
        </p:nvSpPr>
        <p:spPr/>
        <p:txBody>
          <a:bodyPr/>
          <a:lstStyle/>
          <a:p>
            <a:fld id="{A40C5995-FDBF-4607-ACA4-B9D048125D6C}" type="datetimeFigureOut">
              <a:rPr lang="da-DK" smtClean="0"/>
              <a:t>18-03-2026</a:t>
            </a:fld>
            <a:endParaRPr lang="da-DK"/>
          </a:p>
        </p:txBody>
      </p:sp>
      <p:sp>
        <p:nvSpPr>
          <p:cNvPr id="3" name="Footer Placeholder 2">
            <a:extLst>
              <a:ext uri="{FF2B5EF4-FFF2-40B4-BE49-F238E27FC236}">
                <a16:creationId xmlns:a16="http://schemas.microsoft.com/office/drawing/2014/main" id="{6FEE2F35-860E-2821-33A3-AE0232481DFE}"/>
              </a:ext>
            </a:extLst>
          </p:cNvPr>
          <p:cNvSpPr>
            <a:spLocks noGrp="1"/>
          </p:cNvSpPr>
          <p:nvPr>
            <p:ph type="ftr" sz="quarter" idx="11"/>
          </p:nvPr>
        </p:nvSpPr>
        <p:spPr/>
        <p:txBody>
          <a:bodyPr/>
          <a:lstStyle/>
          <a:p>
            <a:endParaRPr lang="da-DK"/>
          </a:p>
        </p:txBody>
      </p:sp>
      <p:sp>
        <p:nvSpPr>
          <p:cNvPr id="4" name="Slide Number Placeholder 3">
            <a:extLst>
              <a:ext uri="{FF2B5EF4-FFF2-40B4-BE49-F238E27FC236}">
                <a16:creationId xmlns:a16="http://schemas.microsoft.com/office/drawing/2014/main" id="{77D4346F-9FE6-AB45-0D8A-5D38F5D7D72D}"/>
              </a:ext>
            </a:extLst>
          </p:cNvPr>
          <p:cNvSpPr>
            <a:spLocks noGrp="1"/>
          </p:cNvSpPr>
          <p:nvPr>
            <p:ph type="sldNum" sz="quarter" idx="12"/>
          </p:nvPr>
        </p:nvSpPr>
        <p:spPr/>
        <p:txBody>
          <a:bodyPr/>
          <a:lstStyle/>
          <a:p>
            <a:fld id="{B619AAB5-20F3-447A-A113-FD686609FBF5}" type="slidenum">
              <a:rPr lang="da-DK" smtClean="0"/>
              <a:t>‹#›</a:t>
            </a:fld>
            <a:endParaRPr lang="da-DK"/>
          </a:p>
        </p:txBody>
      </p:sp>
    </p:spTree>
    <p:extLst>
      <p:ext uri="{BB962C8B-B14F-4D97-AF65-F5344CB8AC3E}">
        <p14:creationId xmlns:p14="http://schemas.microsoft.com/office/powerpoint/2010/main" val="2380565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AAD04-B5B0-0348-3C53-59900E48C5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Content Placeholder 2">
            <a:extLst>
              <a:ext uri="{FF2B5EF4-FFF2-40B4-BE49-F238E27FC236}">
                <a16:creationId xmlns:a16="http://schemas.microsoft.com/office/drawing/2014/main" id="{71DAECC3-E4E4-5D26-56F1-047949F306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Text Placeholder 3">
            <a:extLst>
              <a:ext uri="{FF2B5EF4-FFF2-40B4-BE49-F238E27FC236}">
                <a16:creationId xmlns:a16="http://schemas.microsoft.com/office/drawing/2014/main" id="{738BFB69-4898-8ABD-4D8A-308F69228A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5C83A9-B1C3-9CC5-00EB-DC215F6B5A05}"/>
              </a:ext>
            </a:extLst>
          </p:cNvPr>
          <p:cNvSpPr>
            <a:spLocks noGrp="1"/>
          </p:cNvSpPr>
          <p:nvPr>
            <p:ph type="dt" sz="half" idx="10"/>
          </p:nvPr>
        </p:nvSpPr>
        <p:spPr/>
        <p:txBody>
          <a:bodyPr/>
          <a:lstStyle/>
          <a:p>
            <a:fld id="{A40C5995-FDBF-4607-ACA4-B9D048125D6C}" type="datetimeFigureOut">
              <a:rPr lang="da-DK" smtClean="0"/>
              <a:t>18-03-2026</a:t>
            </a:fld>
            <a:endParaRPr lang="da-DK"/>
          </a:p>
        </p:txBody>
      </p:sp>
      <p:sp>
        <p:nvSpPr>
          <p:cNvPr id="6" name="Footer Placeholder 5">
            <a:extLst>
              <a:ext uri="{FF2B5EF4-FFF2-40B4-BE49-F238E27FC236}">
                <a16:creationId xmlns:a16="http://schemas.microsoft.com/office/drawing/2014/main" id="{54E94FBA-82C2-E1B7-3D14-FA5B91E545A1}"/>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1677069C-9F52-2AC4-3DE5-504E95484202}"/>
              </a:ext>
            </a:extLst>
          </p:cNvPr>
          <p:cNvSpPr>
            <a:spLocks noGrp="1"/>
          </p:cNvSpPr>
          <p:nvPr>
            <p:ph type="sldNum" sz="quarter" idx="12"/>
          </p:nvPr>
        </p:nvSpPr>
        <p:spPr/>
        <p:txBody>
          <a:bodyPr/>
          <a:lstStyle/>
          <a:p>
            <a:fld id="{B619AAB5-20F3-447A-A113-FD686609FBF5}" type="slidenum">
              <a:rPr lang="da-DK" smtClean="0"/>
              <a:t>‹#›</a:t>
            </a:fld>
            <a:endParaRPr lang="da-DK"/>
          </a:p>
        </p:txBody>
      </p:sp>
    </p:spTree>
    <p:extLst>
      <p:ext uri="{BB962C8B-B14F-4D97-AF65-F5344CB8AC3E}">
        <p14:creationId xmlns:p14="http://schemas.microsoft.com/office/powerpoint/2010/main" val="1876827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13199-A01A-8A1B-B77D-BF3D518FA8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a-DK"/>
          </a:p>
        </p:txBody>
      </p:sp>
      <p:sp>
        <p:nvSpPr>
          <p:cNvPr id="3" name="Picture Placeholder 2">
            <a:extLst>
              <a:ext uri="{FF2B5EF4-FFF2-40B4-BE49-F238E27FC236}">
                <a16:creationId xmlns:a16="http://schemas.microsoft.com/office/drawing/2014/main" id="{7B9018CF-5F2F-E3A4-4641-D5C8DAA4E3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a-DK"/>
          </a:p>
        </p:txBody>
      </p:sp>
      <p:sp>
        <p:nvSpPr>
          <p:cNvPr id="4" name="Text Placeholder 3">
            <a:extLst>
              <a:ext uri="{FF2B5EF4-FFF2-40B4-BE49-F238E27FC236}">
                <a16:creationId xmlns:a16="http://schemas.microsoft.com/office/drawing/2014/main" id="{C6AE8E56-D28B-FCBE-D0BF-6399F72C9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4F234C-3491-B6DF-D437-8468D18E2AA3}"/>
              </a:ext>
            </a:extLst>
          </p:cNvPr>
          <p:cNvSpPr>
            <a:spLocks noGrp="1"/>
          </p:cNvSpPr>
          <p:nvPr>
            <p:ph type="dt" sz="half" idx="10"/>
          </p:nvPr>
        </p:nvSpPr>
        <p:spPr/>
        <p:txBody>
          <a:bodyPr/>
          <a:lstStyle/>
          <a:p>
            <a:fld id="{A40C5995-FDBF-4607-ACA4-B9D048125D6C}" type="datetimeFigureOut">
              <a:rPr lang="da-DK" smtClean="0"/>
              <a:t>18-03-2026</a:t>
            </a:fld>
            <a:endParaRPr lang="da-DK"/>
          </a:p>
        </p:txBody>
      </p:sp>
      <p:sp>
        <p:nvSpPr>
          <p:cNvPr id="6" name="Footer Placeholder 5">
            <a:extLst>
              <a:ext uri="{FF2B5EF4-FFF2-40B4-BE49-F238E27FC236}">
                <a16:creationId xmlns:a16="http://schemas.microsoft.com/office/drawing/2014/main" id="{A4D3D04F-0887-E526-DC21-E1942CAF2E1F}"/>
              </a:ext>
            </a:extLst>
          </p:cNvPr>
          <p:cNvSpPr>
            <a:spLocks noGrp="1"/>
          </p:cNvSpPr>
          <p:nvPr>
            <p:ph type="ftr" sz="quarter" idx="11"/>
          </p:nvPr>
        </p:nvSpPr>
        <p:spPr/>
        <p:txBody>
          <a:bodyPr/>
          <a:lstStyle/>
          <a:p>
            <a:endParaRPr lang="da-DK"/>
          </a:p>
        </p:txBody>
      </p:sp>
      <p:sp>
        <p:nvSpPr>
          <p:cNvPr id="7" name="Slide Number Placeholder 6">
            <a:extLst>
              <a:ext uri="{FF2B5EF4-FFF2-40B4-BE49-F238E27FC236}">
                <a16:creationId xmlns:a16="http://schemas.microsoft.com/office/drawing/2014/main" id="{A8061025-3AB1-CA50-ECFC-BFC9FD80586F}"/>
              </a:ext>
            </a:extLst>
          </p:cNvPr>
          <p:cNvSpPr>
            <a:spLocks noGrp="1"/>
          </p:cNvSpPr>
          <p:nvPr>
            <p:ph type="sldNum" sz="quarter" idx="12"/>
          </p:nvPr>
        </p:nvSpPr>
        <p:spPr/>
        <p:txBody>
          <a:bodyPr/>
          <a:lstStyle/>
          <a:p>
            <a:fld id="{B619AAB5-20F3-447A-A113-FD686609FBF5}" type="slidenum">
              <a:rPr lang="da-DK" smtClean="0"/>
              <a:t>‹#›</a:t>
            </a:fld>
            <a:endParaRPr lang="da-DK"/>
          </a:p>
        </p:txBody>
      </p:sp>
    </p:spTree>
    <p:extLst>
      <p:ext uri="{BB962C8B-B14F-4D97-AF65-F5344CB8AC3E}">
        <p14:creationId xmlns:p14="http://schemas.microsoft.com/office/powerpoint/2010/main" val="17508185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F1A2A-312A-3DC5-AB83-F2C66C72EBE8}"/>
              </a:ext>
            </a:extLst>
          </p:cNvPr>
          <p:cNvSpPr>
            <a:spLocks noGrp="1"/>
          </p:cNvSpPr>
          <p:nvPr>
            <p:ph type="title"/>
          </p:nvPr>
        </p:nvSpPr>
        <p:spPr/>
        <p:txBody>
          <a:bodyPr/>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BE8402C3-B11D-5F24-10BE-D7212C3ED1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473FFA2D-9FB8-02B7-835E-CFEB53699F23}"/>
              </a:ext>
            </a:extLst>
          </p:cNvPr>
          <p:cNvSpPr>
            <a:spLocks noGrp="1"/>
          </p:cNvSpPr>
          <p:nvPr>
            <p:ph type="dt" sz="half" idx="10"/>
          </p:nvPr>
        </p:nvSpPr>
        <p:spPr/>
        <p:txBody>
          <a:bodyPr/>
          <a:lstStyle/>
          <a:p>
            <a:fld id="{A40C5995-FDBF-4607-ACA4-B9D048125D6C}" type="datetimeFigureOut">
              <a:rPr lang="da-DK" smtClean="0"/>
              <a:t>18-03-2026</a:t>
            </a:fld>
            <a:endParaRPr lang="da-DK"/>
          </a:p>
        </p:txBody>
      </p:sp>
      <p:sp>
        <p:nvSpPr>
          <p:cNvPr id="5" name="Footer Placeholder 4">
            <a:extLst>
              <a:ext uri="{FF2B5EF4-FFF2-40B4-BE49-F238E27FC236}">
                <a16:creationId xmlns:a16="http://schemas.microsoft.com/office/drawing/2014/main" id="{219EAABC-6213-8C9A-85F5-CC334F4D647C}"/>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FF463285-26AA-C23E-C14F-F818A7A7995C}"/>
              </a:ext>
            </a:extLst>
          </p:cNvPr>
          <p:cNvSpPr>
            <a:spLocks noGrp="1"/>
          </p:cNvSpPr>
          <p:nvPr>
            <p:ph type="sldNum" sz="quarter" idx="12"/>
          </p:nvPr>
        </p:nvSpPr>
        <p:spPr/>
        <p:txBody>
          <a:bodyPr/>
          <a:lstStyle/>
          <a:p>
            <a:fld id="{B619AAB5-20F3-447A-A113-FD686609FBF5}" type="slidenum">
              <a:rPr lang="da-DK" smtClean="0"/>
              <a:t>‹#›</a:t>
            </a:fld>
            <a:endParaRPr lang="da-DK"/>
          </a:p>
        </p:txBody>
      </p:sp>
    </p:spTree>
    <p:extLst>
      <p:ext uri="{BB962C8B-B14F-4D97-AF65-F5344CB8AC3E}">
        <p14:creationId xmlns:p14="http://schemas.microsoft.com/office/powerpoint/2010/main" val="1839536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E693E7-E0C2-4A56-D98A-0482E03EED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a-DK"/>
          </a:p>
        </p:txBody>
      </p:sp>
      <p:sp>
        <p:nvSpPr>
          <p:cNvPr id="3" name="Vertical Text Placeholder 2">
            <a:extLst>
              <a:ext uri="{FF2B5EF4-FFF2-40B4-BE49-F238E27FC236}">
                <a16:creationId xmlns:a16="http://schemas.microsoft.com/office/drawing/2014/main" id="{927A851E-A26D-22B9-2B56-F33CB07157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B485583A-5543-5C52-93D1-BE8AC0E34BE7}"/>
              </a:ext>
            </a:extLst>
          </p:cNvPr>
          <p:cNvSpPr>
            <a:spLocks noGrp="1"/>
          </p:cNvSpPr>
          <p:nvPr>
            <p:ph type="dt" sz="half" idx="10"/>
          </p:nvPr>
        </p:nvSpPr>
        <p:spPr/>
        <p:txBody>
          <a:bodyPr/>
          <a:lstStyle/>
          <a:p>
            <a:fld id="{A40C5995-FDBF-4607-ACA4-B9D048125D6C}" type="datetimeFigureOut">
              <a:rPr lang="da-DK" smtClean="0"/>
              <a:t>18-03-2026</a:t>
            </a:fld>
            <a:endParaRPr lang="da-DK"/>
          </a:p>
        </p:txBody>
      </p:sp>
      <p:sp>
        <p:nvSpPr>
          <p:cNvPr id="5" name="Footer Placeholder 4">
            <a:extLst>
              <a:ext uri="{FF2B5EF4-FFF2-40B4-BE49-F238E27FC236}">
                <a16:creationId xmlns:a16="http://schemas.microsoft.com/office/drawing/2014/main" id="{5BB5B9DA-B22A-5ABA-3F7E-8A066010CE00}"/>
              </a:ext>
            </a:extLst>
          </p:cNvPr>
          <p:cNvSpPr>
            <a:spLocks noGrp="1"/>
          </p:cNvSpPr>
          <p:nvPr>
            <p:ph type="ftr" sz="quarter" idx="11"/>
          </p:nvPr>
        </p:nvSpPr>
        <p:spPr/>
        <p:txBody>
          <a:bodyPr/>
          <a:lstStyle/>
          <a:p>
            <a:endParaRPr lang="da-DK"/>
          </a:p>
        </p:txBody>
      </p:sp>
      <p:sp>
        <p:nvSpPr>
          <p:cNvPr id="6" name="Slide Number Placeholder 5">
            <a:extLst>
              <a:ext uri="{FF2B5EF4-FFF2-40B4-BE49-F238E27FC236}">
                <a16:creationId xmlns:a16="http://schemas.microsoft.com/office/drawing/2014/main" id="{9D1F22BD-4609-5E3B-4472-059CC940BC40}"/>
              </a:ext>
            </a:extLst>
          </p:cNvPr>
          <p:cNvSpPr>
            <a:spLocks noGrp="1"/>
          </p:cNvSpPr>
          <p:nvPr>
            <p:ph type="sldNum" sz="quarter" idx="12"/>
          </p:nvPr>
        </p:nvSpPr>
        <p:spPr/>
        <p:txBody>
          <a:bodyPr/>
          <a:lstStyle/>
          <a:p>
            <a:fld id="{B619AAB5-20F3-447A-A113-FD686609FBF5}" type="slidenum">
              <a:rPr lang="da-DK" smtClean="0"/>
              <a:t>‹#›</a:t>
            </a:fld>
            <a:endParaRPr lang="da-DK"/>
          </a:p>
        </p:txBody>
      </p:sp>
    </p:spTree>
    <p:extLst>
      <p:ext uri="{BB962C8B-B14F-4D97-AF65-F5344CB8AC3E}">
        <p14:creationId xmlns:p14="http://schemas.microsoft.com/office/powerpoint/2010/main" val="2546630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F74F67-EE25-D8FA-3D78-8938600E9E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a-DK"/>
          </a:p>
        </p:txBody>
      </p:sp>
      <p:sp>
        <p:nvSpPr>
          <p:cNvPr id="3" name="Text Placeholder 2">
            <a:extLst>
              <a:ext uri="{FF2B5EF4-FFF2-40B4-BE49-F238E27FC236}">
                <a16:creationId xmlns:a16="http://schemas.microsoft.com/office/drawing/2014/main" id="{3CC20254-1041-9738-1FA7-D1CC3A77B65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4" name="Date Placeholder 3">
            <a:extLst>
              <a:ext uri="{FF2B5EF4-FFF2-40B4-BE49-F238E27FC236}">
                <a16:creationId xmlns:a16="http://schemas.microsoft.com/office/drawing/2014/main" id="{9CA00E63-BBE2-B80A-1B2E-1EC4FAB5DB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40C5995-FDBF-4607-ACA4-B9D048125D6C}" type="datetimeFigureOut">
              <a:rPr lang="da-DK" smtClean="0"/>
              <a:t>18-03-2026</a:t>
            </a:fld>
            <a:endParaRPr lang="da-DK"/>
          </a:p>
        </p:txBody>
      </p:sp>
      <p:sp>
        <p:nvSpPr>
          <p:cNvPr id="5" name="Footer Placeholder 4">
            <a:extLst>
              <a:ext uri="{FF2B5EF4-FFF2-40B4-BE49-F238E27FC236}">
                <a16:creationId xmlns:a16="http://schemas.microsoft.com/office/drawing/2014/main" id="{39B3466A-6B8F-9E9F-8CF7-DE0C47D1FC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a-DK"/>
          </a:p>
        </p:txBody>
      </p:sp>
      <p:sp>
        <p:nvSpPr>
          <p:cNvPr id="6" name="Slide Number Placeholder 5">
            <a:extLst>
              <a:ext uri="{FF2B5EF4-FFF2-40B4-BE49-F238E27FC236}">
                <a16:creationId xmlns:a16="http://schemas.microsoft.com/office/drawing/2014/main" id="{312BAFBA-4810-069E-F939-5EF1B94D2A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19AAB5-20F3-447A-A113-FD686609FBF5}" type="slidenum">
              <a:rPr lang="da-DK" smtClean="0"/>
              <a:t>‹#›</a:t>
            </a:fld>
            <a:endParaRPr lang="da-DK"/>
          </a:p>
        </p:txBody>
      </p:sp>
    </p:spTree>
    <p:extLst>
      <p:ext uri="{BB962C8B-B14F-4D97-AF65-F5344CB8AC3E}">
        <p14:creationId xmlns:p14="http://schemas.microsoft.com/office/powerpoint/2010/main" val="3828638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4E9CE-864D-9DE0-B4C4-89FD6C593B55}"/>
              </a:ext>
            </a:extLst>
          </p:cNvPr>
          <p:cNvSpPr>
            <a:spLocks noGrp="1"/>
          </p:cNvSpPr>
          <p:nvPr>
            <p:ph type="ctrTitle"/>
          </p:nvPr>
        </p:nvSpPr>
        <p:spPr/>
        <p:txBody>
          <a:bodyPr/>
          <a:lstStyle/>
          <a:p>
            <a:r>
              <a:rPr lang="da-DK" dirty="0"/>
              <a:t>Statistik 7	</a:t>
            </a:r>
          </a:p>
        </p:txBody>
      </p:sp>
      <p:sp>
        <p:nvSpPr>
          <p:cNvPr id="3" name="Subtitle 2">
            <a:extLst>
              <a:ext uri="{FF2B5EF4-FFF2-40B4-BE49-F238E27FC236}">
                <a16:creationId xmlns:a16="http://schemas.microsoft.com/office/drawing/2014/main" id="{6F156FC2-FD72-F4D9-4C33-BE429127BD3A}"/>
              </a:ext>
            </a:extLst>
          </p:cNvPr>
          <p:cNvSpPr>
            <a:spLocks noGrp="1"/>
          </p:cNvSpPr>
          <p:nvPr>
            <p:ph type="subTitle" idx="1"/>
          </p:nvPr>
        </p:nvSpPr>
        <p:spPr/>
        <p:txBody>
          <a:bodyPr/>
          <a:lstStyle/>
          <a:p>
            <a:r>
              <a:rPr lang="da-DK" dirty="0"/>
              <a:t>Opsamling og gennemgang af eksamensopgave fra efterår 25</a:t>
            </a:r>
          </a:p>
        </p:txBody>
      </p:sp>
    </p:spTree>
    <p:extLst>
      <p:ext uri="{BB962C8B-B14F-4D97-AF65-F5344CB8AC3E}">
        <p14:creationId xmlns:p14="http://schemas.microsoft.com/office/powerpoint/2010/main" val="36064849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57A323-8518-ECDE-E682-36DCF5A3FA0F}"/>
              </a:ext>
            </a:extLst>
          </p:cNvPr>
          <p:cNvSpPr>
            <a:spLocks noGrp="1"/>
          </p:cNvSpPr>
          <p:nvPr>
            <p:ph type="title"/>
          </p:nvPr>
        </p:nvSpPr>
        <p:spPr>
          <a:xfrm>
            <a:off x="645064" y="525982"/>
            <a:ext cx="4282983" cy="1200361"/>
          </a:xfrm>
        </p:spPr>
        <p:txBody>
          <a:bodyPr anchor="b">
            <a:normAutofit/>
          </a:bodyPr>
          <a:lstStyle/>
          <a:p>
            <a:r>
              <a:rPr lang="da-DK" sz="3300"/>
              <a:t>Opgave 4 – tager udgangspunkt i artiklen</a:t>
            </a:r>
          </a:p>
        </p:txBody>
      </p:sp>
      <p:sp>
        <p:nvSpPr>
          <p:cNvPr id="12" name="Rectangle 1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0D03E67-367C-726C-7650-B67167FEAF09}"/>
              </a:ext>
            </a:extLst>
          </p:cNvPr>
          <p:cNvSpPr>
            <a:spLocks noGrp="1"/>
          </p:cNvSpPr>
          <p:nvPr>
            <p:ph idx="1"/>
          </p:nvPr>
        </p:nvSpPr>
        <p:spPr>
          <a:xfrm>
            <a:off x="645066" y="2031101"/>
            <a:ext cx="4282984" cy="3511943"/>
          </a:xfrm>
        </p:spPr>
        <p:txBody>
          <a:bodyPr anchor="ctr">
            <a:normAutofit/>
          </a:bodyPr>
          <a:lstStyle/>
          <a:p>
            <a:pPr marL="0" indent="0">
              <a:buNone/>
            </a:pPr>
            <a:r>
              <a:rPr lang="da-DK" sz="1800" dirty="0"/>
              <a:t>Figur 3 i artiklen viser OR for forskellige sammenligninger mellem moderens rygning på forskellige tidspunkter (kun under graviditet, kun efter fødslen, eller begge perioder) og risikoen for overvægt hos barnet ved 7 år, samt forskellige modeller.</a:t>
            </a:r>
          </a:p>
          <a:p>
            <a:pPr marL="0" indent="0">
              <a:buNone/>
            </a:pPr>
            <a:endParaRPr lang="da-DK" sz="1800" dirty="0"/>
          </a:p>
          <a:p>
            <a:pPr marL="0" indent="0">
              <a:buNone/>
            </a:pPr>
            <a:r>
              <a:rPr lang="da-DK" sz="1800" dirty="0"/>
              <a:t> </a:t>
            </a:r>
          </a:p>
        </p:txBody>
      </p:sp>
      <p:sp>
        <p:nvSpPr>
          <p:cNvPr id="14" name="Rectangle 1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713B826-1CED-8C2F-0ADE-AF21654F60CB}"/>
              </a:ext>
            </a:extLst>
          </p:cNvPr>
          <p:cNvPicPr>
            <a:picLocks noChangeAspect="1"/>
          </p:cNvPicPr>
          <p:nvPr/>
        </p:nvPicPr>
        <p:blipFill>
          <a:blip r:embed="rId2"/>
          <a:srcRect t="8159"/>
          <a:stretch>
            <a:fillRect/>
          </a:stretch>
        </p:blipFill>
        <p:spPr>
          <a:xfrm>
            <a:off x="5149417" y="1223159"/>
            <a:ext cx="7042582" cy="4010178"/>
          </a:xfrm>
          <a:prstGeom prst="rect">
            <a:avLst/>
          </a:prstGeom>
        </p:spPr>
      </p:pic>
      <p:pic>
        <p:nvPicPr>
          <p:cNvPr id="7" name="Picture 6">
            <a:extLst>
              <a:ext uri="{FF2B5EF4-FFF2-40B4-BE49-F238E27FC236}">
                <a16:creationId xmlns:a16="http://schemas.microsoft.com/office/drawing/2014/main" id="{36E2C75F-26BF-7CD6-37A6-3FC472EA9F2A}"/>
              </a:ext>
            </a:extLst>
          </p:cNvPr>
          <p:cNvPicPr>
            <a:picLocks noChangeAspect="1"/>
          </p:cNvPicPr>
          <p:nvPr/>
        </p:nvPicPr>
        <p:blipFill>
          <a:blip r:embed="rId3"/>
          <a:stretch>
            <a:fillRect/>
          </a:stretch>
        </p:blipFill>
        <p:spPr>
          <a:xfrm>
            <a:off x="1815042" y="769703"/>
            <a:ext cx="8163135" cy="4814431"/>
          </a:xfrm>
          <a:prstGeom prst="rect">
            <a:avLst/>
          </a:prstGeom>
        </p:spPr>
      </p:pic>
    </p:spTree>
    <p:extLst>
      <p:ext uri="{BB962C8B-B14F-4D97-AF65-F5344CB8AC3E}">
        <p14:creationId xmlns:p14="http://schemas.microsoft.com/office/powerpoint/2010/main" val="2192027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BC0068-6DC5-A272-35AA-AFAF9EE8662A}"/>
              </a:ext>
            </a:extLst>
          </p:cNvPr>
          <p:cNvSpPr>
            <a:spLocks noGrp="1"/>
          </p:cNvSpPr>
          <p:nvPr>
            <p:ph idx="1"/>
          </p:nvPr>
        </p:nvSpPr>
        <p:spPr/>
        <p:txBody>
          <a:bodyPr/>
          <a:lstStyle/>
          <a:p>
            <a:pPr marL="514350" indent="-514350">
              <a:buAutoNum type="alphaUcParenR"/>
            </a:pPr>
            <a:r>
              <a:rPr lang="da-DK" dirty="0"/>
              <a:t>Hvorfor er ikke-rygerne ikke med i figuren? </a:t>
            </a:r>
          </a:p>
          <a:p>
            <a:pPr marL="514350" indent="-514350">
              <a:buAutoNum type="alphaUcParenR"/>
            </a:pPr>
            <a:endParaRPr lang="da-DK" dirty="0"/>
          </a:p>
          <a:p>
            <a:pPr marL="0" indent="0">
              <a:buNone/>
            </a:pPr>
            <a:r>
              <a:rPr lang="da-DK" dirty="0"/>
              <a:t>SVAR: Ikke-rygerne er ikke med i figuren, fordi det er referencegruppen, som per automatik har en OR=1. </a:t>
            </a:r>
          </a:p>
          <a:p>
            <a:endParaRPr lang="da-DK" dirty="0"/>
          </a:p>
          <a:p>
            <a:endParaRPr lang="da-DK" dirty="0"/>
          </a:p>
        </p:txBody>
      </p:sp>
    </p:spTree>
    <p:extLst>
      <p:ext uri="{BB962C8B-B14F-4D97-AF65-F5344CB8AC3E}">
        <p14:creationId xmlns:p14="http://schemas.microsoft.com/office/powerpoint/2010/main" val="3637080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C20E77-B7B4-87C5-E834-0072FBB601E9}"/>
              </a:ext>
            </a:extLst>
          </p:cNvPr>
          <p:cNvSpPr>
            <a:spLocks noGrp="1"/>
          </p:cNvSpPr>
          <p:nvPr>
            <p:ph idx="1"/>
          </p:nvPr>
        </p:nvSpPr>
        <p:spPr/>
        <p:txBody>
          <a:bodyPr/>
          <a:lstStyle/>
          <a:p>
            <a:pPr marL="0" indent="0">
              <a:buNone/>
            </a:pPr>
            <a:r>
              <a:rPr lang="da-DK" dirty="0"/>
              <a:t>B) Forklar hvordan 1.76 (1.58-1.97) for model 1, ved rygning i begge perioder, cirka midt på figuren skal fortolkes.</a:t>
            </a:r>
          </a:p>
          <a:p>
            <a:pPr marL="0" indent="0">
              <a:buNone/>
            </a:pPr>
            <a:endParaRPr lang="da-DK" dirty="0"/>
          </a:p>
          <a:p>
            <a:pPr marL="0" indent="0">
              <a:buNone/>
            </a:pPr>
            <a:r>
              <a:rPr lang="da-DK" dirty="0"/>
              <a:t>Det er OR fra modellen (model 1) justeret for mange </a:t>
            </a:r>
            <a:r>
              <a:rPr lang="da-DK" dirty="0" err="1"/>
              <a:t>kovariate</a:t>
            </a:r>
            <a:r>
              <a:rPr lang="da-DK" dirty="0"/>
              <a:t>, men ikke farens BMI og amning. Den fortolkes som at de børn, hvis mor røg i graviditeten og efter fødslen har 76% højere odds for overvægt sammenlignet med børn af en mor der ikke ryger. De 1.58-1.97 er konfidensintervallet og udtrykker at vi er 95% sikker på at den sande OR er mellem 58% og 97% forhøjet odds.</a:t>
            </a:r>
          </a:p>
        </p:txBody>
      </p:sp>
    </p:spTree>
    <p:extLst>
      <p:ext uri="{BB962C8B-B14F-4D97-AF65-F5344CB8AC3E}">
        <p14:creationId xmlns:p14="http://schemas.microsoft.com/office/powerpoint/2010/main" val="839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93F2DF-0B50-7AA9-A194-420890AE3D6E}"/>
              </a:ext>
            </a:extLst>
          </p:cNvPr>
          <p:cNvSpPr>
            <a:spLocks noGrp="1"/>
          </p:cNvSpPr>
          <p:nvPr>
            <p:ph idx="1"/>
          </p:nvPr>
        </p:nvSpPr>
        <p:spPr/>
        <p:txBody>
          <a:bodyPr/>
          <a:lstStyle/>
          <a:p>
            <a:pPr marL="0" indent="0">
              <a:buNone/>
            </a:pPr>
            <a:r>
              <a:rPr lang="da-DK" dirty="0"/>
              <a:t>C) Figuren viser tre forskellige modeller, symboliseret ved hvert sit ikon. Er er mønsteret med at modellerne oppefra og ned bevæger sig mod højre forventeligt? Hvorfor/hvorfor ikke?</a:t>
            </a:r>
          </a:p>
          <a:p>
            <a:pPr marL="0" indent="0">
              <a:buNone/>
            </a:pPr>
            <a:endParaRPr lang="da-DK" dirty="0"/>
          </a:p>
          <a:p>
            <a:pPr marL="0" indent="0">
              <a:buNone/>
            </a:pPr>
            <a:r>
              <a:rPr lang="da-DK" dirty="0"/>
              <a:t>Da modellerne er mere justeret jo længere op vi går, svarer det at OR kommer tættere på 1, når der justeres for mere. Dette er et udbredt fænomen, da justering ofte vil fjerne noget at den observerede sammenhæng, det er dog ikke noget der sker med sikkerhed, effekten kunne godt gå den anden vej. </a:t>
            </a:r>
          </a:p>
        </p:txBody>
      </p:sp>
    </p:spTree>
    <p:extLst>
      <p:ext uri="{BB962C8B-B14F-4D97-AF65-F5344CB8AC3E}">
        <p14:creationId xmlns:p14="http://schemas.microsoft.com/office/powerpoint/2010/main" val="42520125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292</Words>
  <Application>Microsoft Office PowerPoint</Application>
  <PresentationFormat>Widescreen</PresentationFormat>
  <Paragraphs>15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Aptos Display</vt:lpstr>
      <vt:lpstr>Arial</vt:lpstr>
      <vt:lpstr>Office Theme</vt:lpstr>
      <vt:lpstr>Statistik 7 </vt:lpstr>
      <vt:lpstr>Opgave 4 – tager udgangspunkt i artiklen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Helle Bruhn</dc:creator>
  <cp:lastModifiedBy>Helle Bruhn</cp:lastModifiedBy>
  <cp:revision>1</cp:revision>
  <dcterms:created xsi:type="dcterms:W3CDTF">2026-03-18T09:44:12Z</dcterms:created>
  <dcterms:modified xsi:type="dcterms:W3CDTF">2026-03-18T09:52:32Z</dcterms:modified>
</cp:coreProperties>
</file>