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9" r:id="rId4"/>
    <p:sldId id="260" r:id="rId5"/>
    <p:sldId id="258" r:id="rId6"/>
    <p:sldId id="261" r:id="rId7"/>
    <p:sldId id="262" r:id="rId8"/>
    <p:sldId id="264" r:id="rId9"/>
    <p:sldId id="263" r:id="rId10"/>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2F0B14-A8B2-455A-AC69-DA133D23384F}" v="22" dt="2026-02-19T09:46:58.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751" autoAdjust="0"/>
  </p:normalViewPr>
  <p:slideViewPr>
    <p:cSldViewPr snapToGrid="0">
      <p:cViewPr varScale="1">
        <p:scale>
          <a:sx n="89" d="100"/>
          <a:sy n="89" d="100"/>
        </p:scale>
        <p:origin x="139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le Bruhn" userId="13403f44-e5fd-4f3a-a8bc-8efd0e98364c" providerId="ADAL" clId="{242C772C-0427-40B0-A50D-EDB877DCAD81}"/>
    <pc:docChg chg="undo custSel addSld modSld">
      <pc:chgData name="Helle Bruhn" userId="13403f44-e5fd-4f3a-a8bc-8efd0e98364c" providerId="ADAL" clId="{242C772C-0427-40B0-A50D-EDB877DCAD81}" dt="2026-02-19T09:47:36.701" v="4639" actId="1076"/>
      <pc:docMkLst>
        <pc:docMk/>
      </pc:docMkLst>
      <pc:sldChg chg="modSp new mod">
        <pc:chgData name="Helle Bruhn" userId="13403f44-e5fd-4f3a-a8bc-8efd0e98364c" providerId="ADAL" clId="{242C772C-0427-40B0-A50D-EDB877DCAD81}" dt="2026-02-18T13:33:08.500" v="148" actId="20577"/>
        <pc:sldMkLst>
          <pc:docMk/>
          <pc:sldMk cId="1177152003" sldId="256"/>
        </pc:sldMkLst>
        <pc:spChg chg="mod">
          <ac:chgData name="Helle Bruhn" userId="13403f44-e5fd-4f3a-a8bc-8efd0e98364c" providerId="ADAL" clId="{242C772C-0427-40B0-A50D-EDB877DCAD81}" dt="2026-02-18T13:32:55.228" v="129" actId="20577"/>
          <ac:spMkLst>
            <pc:docMk/>
            <pc:sldMk cId="1177152003" sldId="256"/>
            <ac:spMk id="2" creationId="{14D5314E-56F9-D1BC-2664-45AE3F0804AD}"/>
          </ac:spMkLst>
        </pc:spChg>
        <pc:spChg chg="mod">
          <ac:chgData name="Helle Bruhn" userId="13403f44-e5fd-4f3a-a8bc-8efd0e98364c" providerId="ADAL" clId="{242C772C-0427-40B0-A50D-EDB877DCAD81}" dt="2026-02-18T13:33:08.500" v="148" actId="20577"/>
          <ac:spMkLst>
            <pc:docMk/>
            <pc:sldMk cId="1177152003" sldId="256"/>
            <ac:spMk id="3" creationId="{A050598B-8182-8662-3DA0-FDAF2839F796}"/>
          </ac:spMkLst>
        </pc:spChg>
      </pc:sldChg>
      <pc:sldChg chg="addSp delSp modSp new mod setBg modNotesTx">
        <pc:chgData name="Helle Bruhn" userId="13403f44-e5fd-4f3a-a8bc-8efd0e98364c" providerId="ADAL" clId="{242C772C-0427-40B0-A50D-EDB877DCAD81}" dt="2026-02-18T13:41:42.892" v="736" actId="313"/>
        <pc:sldMkLst>
          <pc:docMk/>
          <pc:sldMk cId="539777738" sldId="257"/>
        </pc:sldMkLst>
        <pc:spChg chg="mod">
          <ac:chgData name="Helle Bruhn" userId="13403f44-e5fd-4f3a-a8bc-8efd0e98364c" providerId="ADAL" clId="{242C772C-0427-40B0-A50D-EDB877DCAD81}" dt="2026-02-18T13:38:44.109" v="176" actId="26606"/>
          <ac:spMkLst>
            <pc:docMk/>
            <pc:sldMk cId="539777738" sldId="257"/>
            <ac:spMk id="2" creationId="{684221FE-68D1-1420-915C-8DFDAF082E30}"/>
          </ac:spMkLst>
        </pc:spChg>
        <pc:spChg chg="del mod">
          <ac:chgData name="Helle Bruhn" userId="13403f44-e5fd-4f3a-a8bc-8efd0e98364c" providerId="ADAL" clId="{242C772C-0427-40B0-A50D-EDB877DCAD81}" dt="2026-02-18T13:38:41.497" v="175" actId="22"/>
          <ac:spMkLst>
            <pc:docMk/>
            <pc:sldMk cId="539777738" sldId="257"/>
            <ac:spMk id="3" creationId="{E4AF5B61-71D6-5B44-8D27-DB9EEB284BFD}"/>
          </ac:spMkLst>
        </pc:spChg>
        <pc:spChg chg="add">
          <ac:chgData name="Helle Bruhn" userId="13403f44-e5fd-4f3a-a8bc-8efd0e98364c" providerId="ADAL" clId="{242C772C-0427-40B0-A50D-EDB877DCAD81}" dt="2026-02-18T13:38:44.109" v="176" actId="26606"/>
          <ac:spMkLst>
            <pc:docMk/>
            <pc:sldMk cId="539777738" sldId="257"/>
            <ac:spMk id="10" creationId="{665DBBEF-238B-476B-96AB-8AAC3224ECEA}"/>
          </ac:spMkLst>
        </pc:spChg>
        <pc:spChg chg="add">
          <ac:chgData name="Helle Bruhn" userId="13403f44-e5fd-4f3a-a8bc-8efd0e98364c" providerId="ADAL" clId="{242C772C-0427-40B0-A50D-EDB877DCAD81}" dt="2026-02-18T13:38:44.109" v="176" actId="26606"/>
          <ac:spMkLst>
            <pc:docMk/>
            <pc:sldMk cId="539777738" sldId="257"/>
            <ac:spMk id="12" creationId="{3FCFB1DE-0B7E-48CC-BA90-B2AB0889F9D6}"/>
          </ac:spMkLst>
        </pc:spChg>
        <pc:picChg chg="add mod ord">
          <ac:chgData name="Helle Bruhn" userId="13403f44-e5fd-4f3a-a8bc-8efd0e98364c" providerId="ADAL" clId="{242C772C-0427-40B0-A50D-EDB877DCAD81}" dt="2026-02-18T13:38:44.109" v="176" actId="26606"/>
          <ac:picMkLst>
            <pc:docMk/>
            <pc:sldMk cId="539777738" sldId="257"/>
            <ac:picMk id="5" creationId="{09B55969-C380-53C9-85E4-A728EF666F91}"/>
          </ac:picMkLst>
        </pc:picChg>
      </pc:sldChg>
      <pc:sldChg chg="addSp delSp modSp new mod setBg">
        <pc:chgData name="Helle Bruhn" userId="13403f44-e5fd-4f3a-a8bc-8efd0e98364c" providerId="ADAL" clId="{242C772C-0427-40B0-A50D-EDB877DCAD81}" dt="2026-02-18T13:37:25.741" v="172" actId="26606"/>
        <pc:sldMkLst>
          <pc:docMk/>
          <pc:sldMk cId="975664036" sldId="258"/>
        </pc:sldMkLst>
        <pc:spChg chg="mod">
          <ac:chgData name="Helle Bruhn" userId="13403f44-e5fd-4f3a-a8bc-8efd0e98364c" providerId="ADAL" clId="{242C772C-0427-40B0-A50D-EDB877DCAD81}" dt="2026-02-18T13:37:25.741" v="172" actId="26606"/>
          <ac:spMkLst>
            <pc:docMk/>
            <pc:sldMk cId="975664036" sldId="258"/>
            <ac:spMk id="2" creationId="{835E6A21-A641-53B8-F852-CB63986C4060}"/>
          </ac:spMkLst>
        </pc:spChg>
        <pc:spChg chg="del">
          <ac:chgData name="Helle Bruhn" userId="13403f44-e5fd-4f3a-a8bc-8efd0e98364c" providerId="ADAL" clId="{242C772C-0427-40B0-A50D-EDB877DCAD81}" dt="2026-02-18T13:36:54.646" v="150" actId="26606"/>
          <ac:spMkLst>
            <pc:docMk/>
            <pc:sldMk cId="975664036" sldId="258"/>
            <ac:spMk id="3" creationId="{908CE59A-77E7-3E49-330A-C6D3A44ED050}"/>
          </ac:spMkLst>
        </pc:spChg>
        <pc:spChg chg="add mod">
          <ac:chgData name="Helle Bruhn" userId="13403f44-e5fd-4f3a-a8bc-8efd0e98364c" providerId="ADAL" clId="{242C772C-0427-40B0-A50D-EDB877DCAD81}" dt="2026-02-18T13:37:25.741" v="172" actId="26606"/>
          <ac:spMkLst>
            <pc:docMk/>
            <pc:sldMk cId="975664036" sldId="258"/>
            <ac:spMk id="6" creationId="{9B9D23F6-935B-3369-7FD3-44A379E128DC}"/>
          </ac:spMkLst>
        </pc:spChg>
        <pc:spChg chg="add del">
          <ac:chgData name="Helle Bruhn" userId="13403f44-e5fd-4f3a-a8bc-8efd0e98364c" providerId="ADAL" clId="{242C772C-0427-40B0-A50D-EDB877DCAD81}" dt="2026-02-18T13:37:25.741" v="172" actId="26606"/>
          <ac:spMkLst>
            <pc:docMk/>
            <pc:sldMk cId="975664036" sldId="258"/>
            <ac:spMk id="10" creationId="{D12DDE76-C203-4047-9998-63900085B5E8}"/>
          </ac:spMkLst>
        </pc:spChg>
        <pc:spChg chg="add">
          <ac:chgData name="Helle Bruhn" userId="13403f44-e5fd-4f3a-a8bc-8efd0e98364c" providerId="ADAL" clId="{242C772C-0427-40B0-A50D-EDB877DCAD81}" dt="2026-02-18T13:37:25.741" v="172" actId="26606"/>
          <ac:spMkLst>
            <pc:docMk/>
            <pc:sldMk cId="975664036" sldId="258"/>
            <ac:spMk id="15" creationId="{665DBBEF-238B-476B-96AB-8AAC3224ECEA}"/>
          </ac:spMkLst>
        </pc:spChg>
        <pc:spChg chg="add">
          <ac:chgData name="Helle Bruhn" userId="13403f44-e5fd-4f3a-a8bc-8efd0e98364c" providerId="ADAL" clId="{242C772C-0427-40B0-A50D-EDB877DCAD81}" dt="2026-02-18T13:37:25.741" v="172" actId="26606"/>
          <ac:spMkLst>
            <pc:docMk/>
            <pc:sldMk cId="975664036" sldId="258"/>
            <ac:spMk id="17" creationId="{3FCFB1DE-0B7E-48CC-BA90-B2AB0889F9D6}"/>
          </ac:spMkLst>
        </pc:spChg>
        <pc:picChg chg="add mod ord">
          <ac:chgData name="Helle Bruhn" userId="13403f44-e5fd-4f3a-a8bc-8efd0e98364c" providerId="ADAL" clId="{242C772C-0427-40B0-A50D-EDB877DCAD81}" dt="2026-02-18T13:37:25.741" v="172" actId="26606"/>
          <ac:picMkLst>
            <pc:docMk/>
            <pc:sldMk cId="975664036" sldId="258"/>
            <ac:picMk id="5" creationId="{0134AF4B-DA89-6489-091C-11DD707E6286}"/>
          </ac:picMkLst>
        </pc:picChg>
      </pc:sldChg>
      <pc:sldChg chg="modSp new mod modNotesTx">
        <pc:chgData name="Helle Bruhn" userId="13403f44-e5fd-4f3a-a8bc-8efd0e98364c" providerId="ADAL" clId="{242C772C-0427-40B0-A50D-EDB877DCAD81}" dt="2026-02-19T08:22:32.114" v="2516" actId="20577"/>
        <pc:sldMkLst>
          <pc:docMk/>
          <pc:sldMk cId="2224037459" sldId="259"/>
        </pc:sldMkLst>
        <pc:spChg chg="mod">
          <ac:chgData name="Helle Bruhn" userId="13403f44-e5fd-4f3a-a8bc-8efd0e98364c" providerId="ADAL" clId="{242C772C-0427-40B0-A50D-EDB877DCAD81}" dt="2026-02-18T13:44:12.562" v="754" actId="20577"/>
          <ac:spMkLst>
            <pc:docMk/>
            <pc:sldMk cId="2224037459" sldId="259"/>
            <ac:spMk id="2" creationId="{BCA6C236-A218-0FA1-FD53-12E710065655}"/>
          </ac:spMkLst>
        </pc:spChg>
        <pc:spChg chg="mod">
          <ac:chgData name="Helle Bruhn" userId="13403f44-e5fd-4f3a-a8bc-8efd0e98364c" providerId="ADAL" clId="{242C772C-0427-40B0-A50D-EDB877DCAD81}" dt="2026-02-19T08:22:32.114" v="2516" actId="20577"/>
          <ac:spMkLst>
            <pc:docMk/>
            <pc:sldMk cId="2224037459" sldId="259"/>
            <ac:spMk id="3" creationId="{AC74B40E-25DF-BCBC-4014-FF471D13FAD9}"/>
          </ac:spMkLst>
        </pc:spChg>
      </pc:sldChg>
      <pc:sldChg chg="addSp delSp modSp new mod">
        <pc:chgData name="Helle Bruhn" userId="13403f44-e5fd-4f3a-a8bc-8efd0e98364c" providerId="ADAL" clId="{242C772C-0427-40B0-A50D-EDB877DCAD81}" dt="2026-02-19T08:24:10.608" v="2567" actId="9405"/>
        <pc:sldMkLst>
          <pc:docMk/>
          <pc:sldMk cId="1296050818" sldId="260"/>
        </pc:sldMkLst>
        <pc:spChg chg="mod">
          <ac:chgData name="Helle Bruhn" userId="13403f44-e5fd-4f3a-a8bc-8efd0e98364c" providerId="ADAL" clId="{242C772C-0427-40B0-A50D-EDB877DCAD81}" dt="2026-02-19T08:07:53.677" v="2129" actId="14100"/>
          <ac:spMkLst>
            <pc:docMk/>
            <pc:sldMk cId="1296050818" sldId="260"/>
            <ac:spMk id="2" creationId="{5422C50D-227C-D86B-75B8-516252C30BC3}"/>
          </ac:spMkLst>
        </pc:spChg>
        <pc:spChg chg="del mod">
          <ac:chgData name="Helle Bruhn" userId="13403f44-e5fd-4f3a-a8bc-8efd0e98364c" providerId="ADAL" clId="{242C772C-0427-40B0-A50D-EDB877DCAD81}" dt="2026-02-19T08:16:14.360" v="2383" actId="22"/>
          <ac:spMkLst>
            <pc:docMk/>
            <pc:sldMk cId="1296050818" sldId="260"/>
            <ac:spMk id="3" creationId="{E7FAC3B7-2A40-5770-144B-249BE22855B5}"/>
          </ac:spMkLst>
        </pc:spChg>
        <pc:spChg chg="add mod">
          <ac:chgData name="Helle Bruhn" userId="13403f44-e5fd-4f3a-a8bc-8efd0e98364c" providerId="ADAL" clId="{242C772C-0427-40B0-A50D-EDB877DCAD81}" dt="2026-02-19T08:08:46.004" v="2151" actId="1076"/>
          <ac:spMkLst>
            <pc:docMk/>
            <pc:sldMk cId="1296050818" sldId="260"/>
            <ac:spMk id="4" creationId="{85EAD198-4228-412C-43B9-56D5BB7E891F}"/>
          </ac:spMkLst>
        </pc:spChg>
        <pc:spChg chg="add mod">
          <ac:chgData name="Helle Bruhn" userId="13403f44-e5fd-4f3a-a8bc-8efd0e98364c" providerId="ADAL" clId="{242C772C-0427-40B0-A50D-EDB877DCAD81}" dt="2026-02-19T08:17:48.050" v="2495" actId="1076"/>
          <ac:spMkLst>
            <pc:docMk/>
            <pc:sldMk cId="1296050818" sldId="260"/>
            <ac:spMk id="5" creationId="{629E4D65-C661-123C-D529-51B6BBF99C11}"/>
          </ac:spMkLst>
        </pc:spChg>
        <pc:spChg chg="add mod">
          <ac:chgData name="Helle Bruhn" userId="13403f44-e5fd-4f3a-a8bc-8efd0e98364c" providerId="ADAL" clId="{242C772C-0427-40B0-A50D-EDB877DCAD81}" dt="2026-02-19T08:11:50.269" v="2355" actId="1076"/>
          <ac:spMkLst>
            <pc:docMk/>
            <pc:sldMk cId="1296050818" sldId="260"/>
            <ac:spMk id="8" creationId="{D09252F5-E77C-72C6-A4CA-0AFE480485CE}"/>
          </ac:spMkLst>
        </pc:spChg>
        <pc:spChg chg="add mod">
          <ac:chgData name="Helle Bruhn" userId="13403f44-e5fd-4f3a-a8bc-8efd0e98364c" providerId="ADAL" clId="{242C772C-0427-40B0-A50D-EDB877DCAD81}" dt="2026-02-19T08:24:03.057" v="2565" actId="20577"/>
          <ac:spMkLst>
            <pc:docMk/>
            <pc:sldMk cId="1296050818" sldId="260"/>
            <ac:spMk id="11" creationId="{19760731-2E5F-74C0-B49C-8CAC551DCFD5}"/>
          </ac:spMkLst>
        </pc:spChg>
        <pc:picChg chg="add mod">
          <ac:chgData name="Helle Bruhn" userId="13403f44-e5fd-4f3a-a8bc-8efd0e98364c" providerId="ADAL" clId="{242C772C-0427-40B0-A50D-EDB877DCAD81}" dt="2026-02-19T08:11:06.881" v="2299" actId="1076"/>
          <ac:picMkLst>
            <pc:docMk/>
            <pc:sldMk cId="1296050818" sldId="260"/>
            <ac:picMk id="7" creationId="{5C35EC1D-A57C-A49C-B60C-784E1064A07B}"/>
          </ac:picMkLst>
        </pc:picChg>
        <pc:picChg chg="add mod ord modCrop">
          <ac:chgData name="Helle Bruhn" userId="13403f44-e5fd-4f3a-a8bc-8efd0e98364c" providerId="ADAL" clId="{242C772C-0427-40B0-A50D-EDB877DCAD81}" dt="2026-02-19T08:23:37.149" v="2518" actId="1076"/>
          <ac:picMkLst>
            <pc:docMk/>
            <pc:sldMk cId="1296050818" sldId="260"/>
            <ac:picMk id="10" creationId="{7907504C-8E3D-1CDE-98EC-76BF8C3C678D}"/>
          </ac:picMkLst>
        </pc:picChg>
        <pc:inkChg chg="add del">
          <ac:chgData name="Helle Bruhn" userId="13403f44-e5fd-4f3a-a8bc-8efd0e98364c" providerId="ADAL" clId="{242C772C-0427-40B0-A50D-EDB877DCAD81}" dt="2026-02-19T08:18:16.141" v="2499"/>
          <ac:inkMkLst>
            <pc:docMk/>
            <pc:sldMk cId="1296050818" sldId="260"/>
            <ac:inkMk id="12" creationId="{2646047B-E1AC-F31D-2490-15EF4067D2CF}"/>
          </ac:inkMkLst>
        </pc:inkChg>
        <pc:inkChg chg="add del">
          <ac:chgData name="Helle Bruhn" userId="13403f44-e5fd-4f3a-a8bc-8efd0e98364c" providerId="ADAL" clId="{242C772C-0427-40B0-A50D-EDB877DCAD81}" dt="2026-02-19T08:18:05.257" v="2498" actId="9405"/>
          <ac:inkMkLst>
            <pc:docMk/>
            <pc:sldMk cId="1296050818" sldId="260"/>
            <ac:inkMk id="13" creationId="{A4DDD71E-F1FA-6B61-8DFC-0EAE97318064}"/>
          </ac:inkMkLst>
        </pc:inkChg>
        <pc:inkChg chg="add">
          <ac:chgData name="Helle Bruhn" userId="13403f44-e5fd-4f3a-a8bc-8efd0e98364c" providerId="ADAL" clId="{242C772C-0427-40B0-A50D-EDB877DCAD81}" dt="2026-02-19T08:18:23.351" v="2500" actId="9405"/>
          <ac:inkMkLst>
            <pc:docMk/>
            <pc:sldMk cId="1296050818" sldId="260"/>
            <ac:inkMk id="14" creationId="{414A4B5F-8AFE-5A25-7463-669097DD681E}"/>
          </ac:inkMkLst>
        </pc:inkChg>
        <pc:inkChg chg="add">
          <ac:chgData name="Helle Bruhn" userId="13403f44-e5fd-4f3a-a8bc-8efd0e98364c" providerId="ADAL" clId="{242C772C-0427-40B0-A50D-EDB877DCAD81}" dt="2026-02-19T08:18:25.446" v="2501" actId="9405"/>
          <ac:inkMkLst>
            <pc:docMk/>
            <pc:sldMk cId="1296050818" sldId="260"/>
            <ac:inkMk id="15" creationId="{243A5846-B228-A613-D2E3-99B5265DD12B}"/>
          </ac:inkMkLst>
        </pc:inkChg>
        <pc:inkChg chg="add del">
          <ac:chgData name="Helle Bruhn" userId="13403f44-e5fd-4f3a-a8bc-8efd0e98364c" providerId="ADAL" clId="{242C772C-0427-40B0-A50D-EDB877DCAD81}" dt="2026-02-19T08:24:06.964" v="2566"/>
          <ac:inkMkLst>
            <pc:docMk/>
            <pc:sldMk cId="1296050818" sldId="260"/>
            <ac:inkMk id="16" creationId="{53C02FE9-40D1-A4D7-730C-C1024DFE6179}"/>
          </ac:inkMkLst>
        </pc:inkChg>
        <pc:inkChg chg="add">
          <ac:chgData name="Helle Bruhn" userId="13403f44-e5fd-4f3a-a8bc-8efd0e98364c" providerId="ADAL" clId="{242C772C-0427-40B0-A50D-EDB877DCAD81}" dt="2026-02-19T08:24:10.608" v="2567" actId="9405"/>
          <ac:inkMkLst>
            <pc:docMk/>
            <pc:sldMk cId="1296050818" sldId="260"/>
            <ac:inkMk id="17" creationId="{97B5B271-09E7-9C69-78C3-0CB48FB12D2F}"/>
          </ac:inkMkLst>
        </pc:inkChg>
      </pc:sldChg>
      <pc:sldChg chg="addSp delSp modSp new mod modNotesTx">
        <pc:chgData name="Helle Bruhn" userId="13403f44-e5fd-4f3a-a8bc-8efd0e98364c" providerId="ADAL" clId="{242C772C-0427-40B0-A50D-EDB877DCAD81}" dt="2026-02-19T09:21:47.943" v="3208" actId="20577"/>
        <pc:sldMkLst>
          <pc:docMk/>
          <pc:sldMk cId="537902451" sldId="261"/>
        </pc:sldMkLst>
        <pc:spChg chg="mod">
          <ac:chgData name="Helle Bruhn" userId="13403f44-e5fd-4f3a-a8bc-8efd0e98364c" providerId="ADAL" clId="{242C772C-0427-40B0-A50D-EDB877DCAD81}" dt="2026-02-19T09:04:15.881" v="2586" actId="20577"/>
          <ac:spMkLst>
            <pc:docMk/>
            <pc:sldMk cId="537902451" sldId="261"/>
            <ac:spMk id="2" creationId="{0E670FF1-EBA7-7987-945D-D11F4E898C54}"/>
          </ac:spMkLst>
        </pc:spChg>
        <pc:spChg chg="del mod">
          <ac:chgData name="Helle Bruhn" userId="13403f44-e5fd-4f3a-a8bc-8efd0e98364c" providerId="ADAL" clId="{242C772C-0427-40B0-A50D-EDB877DCAD81}" dt="2026-02-19T09:03:43.463" v="2570" actId="22"/>
          <ac:spMkLst>
            <pc:docMk/>
            <pc:sldMk cId="537902451" sldId="261"/>
            <ac:spMk id="3" creationId="{EC0FBF82-0DD2-A0E9-2A84-3913877C6FA9}"/>
          </ac:spMkLst>
        </pc:spChg>
        <pc:spChg chg="add mod">
          <ac:chgData name="Helle Bruhn" userId="13403f44-e5fd-4f3a-a8bc-8efd0e98364c" providerId="ADAL" clId="{242C772C-0427-40B0-A50D-EDB877DCAD81}" dt="2026-02-19T09:21:47.943" v="3208" actId="20577"/>
          <ac:spMkLst>
            <pc:docMk/>
            <pc:sldMk cId="537902451" sldId="261"/>
            <ac:spMk id="7" creationId="{596ACEC8-D8F7-50D8-2CB5-5948CFD7BB12}"/>
          </ac:spMkLst>
        </pc:spChg>
        <pc:picChg chg="add mod ord">
          <ac:chgData name="Helle Bruhn" userId="13403f44-e5fd-4f3a-a8bc-8efd0e98364c" providerId="ADAL" clId="{242C772C-0427-40B0-A50D-EDB877DCAD81}" dt="2026-02-19T09:03:48.786" v="2571" actId="1076"/>
          <ac:picMkLst>
            <pc:docMk/>
            <pc:sldMk cId="537902451" sldId="261"/>
            <ac:picMk id="5" creationId="{7CA0A56C-F0CB-3DE7-8DF2-288470B908AD}"/>
          </ac:picMkLst>
        </pc:picChg>
      </pc:sldChg>
      <pc:sldChg chg="addSp modSp new mod modNotesTx">
        <pc:chgData name="Helle Bruhn" userId="13403f44-e5fd-4f3a-a8bc-8efd0e98364c" providerId="ADAL" clId="{242C772C-0427-40B0-A50D-EDB877DCAD81}" dt="2026-02-19T09:44:35.749" v="4630" actId="21"/>
        <pc:sldMkLst>
          <pc:docMk/>
          <pc:sldMk cId="4153429586" sldId="262"/>
        </pc:sldMkLst>
        <pc:spChg chg="mod">
          <ac:chgData name="Helle Bruhn" userId="13403f44-e5fd-4f3a-a8bc-8efd0e98364c" providerId="ADAL" clId="{242C772C-0427-40B0-A50D-EDB877DCAD81}" dt="2026-02-19T09:07:14.325" v="2716" actId="20577"/>
          <ac:spMkLst>
            <pc:docMk/>
            <pc:sldMk cId="4153429586" sldId="262"/>
            <ac:spMk id="2" creationId="{305F69BA-5721-8B4E-F2F6-530233F68F88}"/>
          </ac:spMkLst>
        </pc:spChg>
        <pc:spChg chg="mod">
          <ac:chgData name="Helle Bruhn" userId="13403f44-e5fd-4f3a-a8bc-8efd0e98364c" providerId="ADAL" clId="{242C772C-0427-40B0-A50D-EDB877DCAD81}" dt="2026-02-19T09:44:35.749" v="4630" actId="21"/>
          <ac:spMkLst>
            <pc:docMk/>
            <pc:sldMk cId="4153429586" sldId="262"/>
            <ac:spMk id="3" creationId="{6AABDAB7-365B-775A-ECD2-3D6DB08B9416}"/>
          </ac:spMkLst>
        </pc:spChg>
        <pc:picChg chg="add mod">
          <ac:chgData name="Helle Bruhn" userId="13403f44-e5fd-4f3a-a8bc-8efd0e98364c" providerId="ADAL" clId="{242C772C-0427-40B0-A50D-EDB877DCAD81}" dt="2026-02-19T09:24:20.150" v="3360" actId="1076"/>
          <ac:picMkLst>
            <pc:docMk/>
            <pc:sldMk cId="4153429586" sldId="262"/>
            <ac:picMk id="5" creationId="{3BC5987D-1090-763A-38DF-CD69952E14D7}"/>
          </ac:picMkLst>
        </pc:picChg>
        <pc:picChg chg="add mod">
          <ac:chgData name="Helle Bruhn" userId="13403f44-e5fd-4f3a-a8bc-8efd0e98364c" providerId="ADAL" clId="{242C772C-0427-40B0-A50D-EDB877DCAD81}" dt="2026-02-19T09:26:11.956" v="3482" actId="1076"/>
          <ac:picMkLst>
            <pc:docMk/>
            <pc:sldMk cId="4153429586" sldId="262"/>
            <ac:picMk id="7" creationId="{C3C597A2-55BE-6169-113C-E1C0023442BC}"/>
          </ac:picMkLst>
        </pc:picChg>
      </pc:sldChg>
      <pc:sldChg chg="addSp delSp modSp new mod">
        <pc:chgData name="Helle Bruhn" userId="13403f44-e5fd-4f3a-a8bc-8efd0e98364c" providerId="ADAL" clId="{242C772C-0427-40B0-A50D-EDB877DCAD81}" dt="2026-02-19T09:37:37.967" v="4307" actId="1076"/>
        <pc:sldMkLst>
          <pc:docMk/>
          <pc:sldMk cId="1981420468" sldId="263"/>
        </pc:sldMkLst>
        <pc:spChg chg="del">
          <ac:chgData name="Helle Bruhn" userId="13403f44-e5fd-4f3a-a8bc-8efd0e98364c" providerId="ADAL" clId="{242C772C-0427-40B0-A50D-EDB877DCAD81}" dt="2026-02-19T09:29:24.787" v="3563" actId="478"/>
          <ac:spMkLst>
            <pc:docMk/>
            <pc:sldMk cId="1981420468" sldId="263"/>
            <ac:spMk id="2" creationId="{2553C534-3E9C-0A8E-8B02-F22728FD274B}"/>
          </ac:spMkLst>
        </pc:spChg>
        <pc:spChg chg="del">
          <ac:chgData name="Helle Bruhn" userId="13403f44-e5fd-4f3a-a8bc-8efd0e98364c" providerId="ADAL" clId="{242C772C-0427-40B0-A50D-EDB877DCAD81}" dt="2026-02-19T09:29:03.497" v="3559" actId="22"/>
          <ac:spMkLst>
            <pc:docMk/>
            <pc:sldMk cId="1981420468" sldId="263"/>
            <ac:spMk id="3" creationId="{4FECA520-C287-AE36-D6BF-773026E3A8BC}"/>
          </ac:spMkLst>
        </pc:spChg>
        <pc:spChg chg="add mod">
          <ac:chgData name="Helle Bruhn" userId="13403f44-e5fd-4f3a-a8bc-8efd0e98364c" providerId="ADAL" clId="{242C772C-0427-40B0-A50D-EDB877DCAD81}" dt="2026-02-19T09:29:36.480" v="3571" actId="20577"/>
          <ac:spMkLst>
            <pc:docMk/>
            <pc:sldMk cId="1981420468" sldId="263"/>
            <ac:spMk id="7" creationId="{798DFC02-199F-F872-8BBC-34CF4B24AC78}"/>
          </ac:spMkLst>
        </pc:spChg>
        <pc:spChg chg="add del mod">
          <ac:chgData name="Helle Bruhn" userId="13403f44-e5fd-4f3a-a8bc-8efd0e98364c" providerId="ADAL" clId="{242C772C-0427-40B0-A50D-EDB877DCAD81}" dt="2026-02-19T09:30:28.936" v="3577"/>
          <ac:spMkLst>
            <pc:docMk/>
            <pc:sldMk cId="1981420468" sldId="263"/>
            <ac:spMk id="10" creationId="{938E8239-873E-2C6B-08F8-146525CB35BF}"/>
          </ac:spMkLst>
        </pc:spChg>
        <pc:spChg chg="add mod">
          <ac:chgData name="Helle Bruhn" userId="13403f44-e5fd-4f3a-a8bc-8efd0e98364c" providerId="ADAL" clId="{242C772C-0427-40B0-A50D-EDB877DCAD81}" dt="2026-02-19T09:37:37.967" v="4307" actId="1076"/>
          <ac:spMkLst>
            <pc:docMk/>
            <pc:sldMk cId="1981420468" sldId="263"/>
            <ac:spMk id="11" creationId="{678D4F90-65E4-BF7C-3AD4-29BD5B2FDECD}"/>
          </ac:spMkLst>
        </pc:spChg>
        <pc:picChg chg="add mod ord">
          <ac:chgData name="Helle Bruhn" userId="13403f44-e5fd-4f3a-a8bc-8efd0e98364c" providerId="ADAL" clId="{242C772C-0427-40B0-A50D-EDB877DCAD81}" dt="2026-02-19T09:29:05.700" v="3560" actId="1076"/>
          <ac:picMkLst>
            <pc:docMk/>
            <pc:sldMk cId="1981420468" sldId="263"/>
            <ac:picMk id="5" creationId="{9C4B34B1-5BAD-9FF6-E19D-AA7E9A3F548F}"/>
          </ac:picMkLst>
        </pc:picChg>
        <pc:picChg chg="add mod">
          <ac:chgData name="Helle Bruhn" userId="13403f44-e5fd-4f3a-a8bc-8efd0e98364c" providerId="ADAL" clId="{242C772C-0427-40B0-A50D-EDB877DCAD81}" dt="2026-02-19T09:30:20.670" v="3574" actId="1076"/>
          <ac:picMkLst>
            <pc:docMk/>
            <pc:sldMk cId="1981420468" sldId="263"/>
            <ac:picMk id="9" creationId="{FF7930D6-3B3B-D06B-727E-AC790B834208}"/>
          </ac:picMkLst>
        </pc:picChg>
      </pc:sldChg>
      <pc:sldChg chg="addSp delSp modSp new mod">
        <pc:chgData name="Helle Bruhn" userId="13403f44-e5fd-4f3a-a8bc-8efd0e98364c" providerId="ADAL" clId="{242C772C-0427-40B0-A50D-EDB877DCAD81}" dt="2026-02-19T09:47:36.701" v="4639" actId="1076"/>
        <pc:sldMkLst>
          <pc:docMk/>
          <pc:sldMk cId="3672107453" sldId="264"/>
        </pc:sldMkLst>
        <pc:spChg chg="del mod">
          <ac:chgData name="Helle Bruhn" userId="13403f44-e5fd-4f3a-a8bc-8efd0e98364c" providerId="ADAL" clId="{242C772C-0427-40B0-A50D-EDB877DCAD81}" dt="2026-02-19T09:47:29.828" v="4637" actId="478"/>
          <ac:spMkLst>
            <pc:docMk/>
            <pc:sldMk cId="3672107453" sldId="264"/>
            <ac:spMk id="2" creationId="{B9508C78-AB11-6073-9F79-0B0F483325E7}"/>
          </ac:spMkLst>
        </pc:spChg>
        <pc:spChg chg="del">
          <ac:chgData name="Helle Bruhn" userId="13403f44-e5fd-4f3a-a8bc-8efd0e98364c" providerId="ADAL" clId="{242C772C-0427-40B0-A50D-EDB877DCAD81}" dt="2026-02-19T09:41:58.978" v="4344"/>
          <ac:spMkLst>
            <pc:docMk/>
            <pc:sldMk cId="3672107453" sldId="264"/>
            <ac:spMk id="3" creationId="{98E21550-626E-17A6-7A92-26131CAEF575}"/>
          </ac:spMkLst>
        </pc:spChg>
        <pc:spChg chg="add mod">
          <ac:chgData name="Helle Bruhn" userId="13403f44-e5fd-4f3a-a8bc-8efd0e98364c" providerId="ADAL" clId="{242C772C-0427-40B0-A50D-EDB877DCAD81}" dt="2026-02-19T09:44:15.022" v="4629" actId="114"/>
          <ac:spMkLst>
            <pc:docMk/>
            <pc:sldMk cId="3672107453" sldId="264"/>
            <ac:spMk id="5" creationId="{03C3EA1A-4F20-694B-80C1-9BE03FDC8CF1}"/>
          </ac:spMkLst>
        </pc:spChg>
        <pc:spChg chg="add del mod">
          <ac:chgData name="Helle Bruhn" userId="13403f44-e5fd-4f3a-a8bc-8efd0e98364c" providerId="ADAL" clId="{242C772C-0427-40B0-A50D-EDB877DCAD81}" dt="2026-02-19T09:46:58.035" v="4633"/>
          <ac:spMkLst>
            <pc:docMk/>
            <pc:sldMk cId="3672107453" sldId="264"/>
            <ac:spMk id="7" creationId="{534384D6-13A3-0E23-BDE6-46B159D85B2F}"/>
          </ac:spMkLst>
        </pc:spChg>
        <pc:spChg chg="add del mod">
          <ac:chgData name="Helle Bruhn" userId="13403f44-e5fd-4f3a-a8bc-8efd0e98364c" providerId="ADAL" clId="{242C772C-0427-40B0-A50D-EDB877DCAD81}" dt="2026-02-19T09:47:31.928" v="4638" actId="478"/>
          <ac:spMkLst>
            <pc:docMk/>
            <pc:sldMk cId="3672107453" sldId="264"/>
            <ac:spMk id="10" creationId="{206F00DE-4A87-6F16-37E6-012379365B37}"/>
          </ac:spMkLst>
        </pc:spChg>
        <pc:graphicFrameChg chg="add del mod modGraphic">
          <ac:chgData name="Helle Bruhn" userId="13403f44-e5fd-4f3a-a8bc-8efd0e98364c" providerId="ADAL" clId="{242C772C-0427-40B0-A50D-EDB877DCAD81}" dt="2026-02-19T09:46:49.084" v="4631" actId="478"/>
          <ac:graphicFrameMkLst>
            <pc:docMk/>
            <pc:sldMk cId="3672107453" sldId="264"/>
            <ac:graphicFrameMk id="4" creationId="{5D49844B-008D-0406-F022-07A1C76C9835}"/>
          </ac:graphicFrameMkLst>
        </pc:graphicFrameChg>
        <pc:graphicFrameChg chg="add mod modGraphic">
          <ac:chgData name="Helle Bruhn" userId="13403f44-e5fd-4f3a-a8bc-8efd0e98364c" providerId="ADAL" clId="{242C772C-0427-40B0-A50D-EDB877DCAD81}" dt="2026-02-19T09:47:36.701" v="4639" actId="1076"/>
          <ac:graphicFrameMkLst>
            <pc:docMk/>
            <pc:sldMk cId="3672107453" sldId="264"/>
            <ac:graphicFrameMk id="8" creationId="{7B1A842C-58B7-B418-922A-06470416EE47}"/>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9T08:18:23.351"/>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1 1992,'10'-2,"0"0,-1-1,1 0,0 0,-1-1,0-1,0 1,14-11,-18 12,74-38,0 4,3 4,139-39,990-222,-1065 257,38-7,243-8,-324 47,0 4,120 15,-171-8,0-1,0-3,0-2,1-3,-1-1,-1-3,1-2,81-26,306-110,-330 116,0 5,127-12,-112 20,228-59,112-70,-418 130,68-23,268-82,-295 98,0 4,135-11,-68 26,167 18,-168-5,497-2,-404-10,-215 1,0-2,-1-1,0-1,32-10,118-45,-127 41,512-200,-10 1,-423 159,-103 45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9T08:18:25.446"/>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0 1,'104'6,"0"5,185 43,-105-16,79 8,367 76,-467-85,2-7,1-7,197 1,67-10,-312-4,191 41,-150-10,-2 7,249 111,-317-117,197 86,-206-98,138 36,176 16,219 55,-152-13,267 12,-483-98,-91-13,574 83,7-62,-704-47,179 4,-169 0,-1 2,0 2,47 14,-33-7,1-2,1-3,81 4,171-12,4 0,-270 3,-1 3,45 12,-46-10,0 0,53 3,-37-10,76 14,-78-9,2-2,-1-3,58-5,82 4,-42 25,-128-24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9T08:24:10.608"/>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2102 152,'-10'-7,"-1"0,1 1,-1 0,-1 0,1 1,-17-5,-3-2,4 3,-1 1,0 1,-1 1,-43-3,33 5,-65-16,70 11,-1 2,0 1,-1 2,1 2,-1 1,0 2,1 1,-1 1,-40 11,-127 29,140-31,34-6,-1-1,-38 1,9-4,-201-5,161-11,61 7,-63-2,43 8,-123 4,133 8,29-5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2BFE9B-A599-49CB-B055-1BC572B9CDB8}" type="datetimeFigureOut">
              <a:rPr lang="da-DK" smtClean="0"/>
              <a:t>19-02-2026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F7A9B5-0A62-4488-A07A-19F76B7E7052}" type="slidenum">
              <a:rPr lang="da-DK" smtClean="0"/>
              <a:t>‹#›</a:t>
            </a:fld>
            <a:endParaRPr lang="da-DK"/>
          </a:p>
        </p:txBody>
      </p:sp>
    </p:spTree>
    <p:extLst>
      <p:ext uri="{BB962C8B-B14F-4D97-AF65-F5344CB8AC3E}">
        <p14:creationId xmlns:p14="http://schemas.microsoft.com/office/powerpoint/2010/main" val="135297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Der er stor forskel på hvor god vores model skal være. Hvis den skal beskrive en sammenhæng, vil vi se om den hypotese vi har om sammenhængen kan forklares af en model. Hvis vi skal bruge modellen til at </a:t>
            </a:r>
            <a:r>
              <a:rPr lang="da-DK" dirty="0" err="1"/>
              <a:t>predictere</a:t>
            </a:r>
            <a:r>
              <a:rPr lang="da-DK" dirty="0"/>
              <a:t>, skal den være bedre end 50%, hvis vi skal bruge den til at se på effekten af behandling eller ikke behandling…… Så der er forskellige krav til modellerne. Men vi bør altid tjekke vores modellers forudsigelser ud fra overensstemmelser med data.</a:t>
            </a:r>
          </a:p>
        </p:txBody>
      </p:sp>
      <p:sp>
        <p:nvSpPr>
          <p:cNvPr id="4" name="Slide Number Placeholder 3"/>
          <p:cNvSpPr>
            <a:spLocks noGrp="1"/>
          </p:cNvSpPr>
          <p:nvPr>
            <p:ph type="sldNum" sz="quarter" idx="5"/>
          </p:nvPr>
        </p:nvSpPr>
        <p:spPr/>
        <p:txBody>
          <a:bodyPr/>
          <a:lstStyle/>
          <a:p>
            <a:fld id="{EBF7A9B5-0A62-4488-A07A-19F76B7E7052}" type="slidenum">
              <a:rPr lang="da-DK" smtClean="0"/>
              <a:t>2</a:t>
            </a:fld>
            <a:endParaRPr lang="da-DK"/>
          </a:p>
        </p:txBody>
      </p:sp>
    </p:spTree>
    <p:extLst>
      <p:ext uri="{BB962C8B-B14F-4D97-AF65-F5344CB8AC3E}">
        <p14:creationId xmlns:p14="http://schemas.microsoft.com/office/powerpoint/2010/main" val="1946190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Tjek forståelsen</a:t>
            </a:r>
          </a:p>
        </p:txBody>
      </p:sp>
      <p:sp>
        <p:nvSpPr>
          <p:cNvPr id="4" name="Slide Number Placeholder 3"/>
          <p:cNvSpPr>
            <a:spLocks noGrp="1"/>
          </p:cNvSpPr>
          <p:nvPr>
            <p:ph type="sldNum" sz="quarter" idx="5"/>
          </p:nvPr>
        </p:nvSpPr>
        <p:spPr/>
        <p:txBody>
          <a:bodyPr/>
          <a:lstStyle/>
          <a:p>
            <a:fld id="{EBF7A9B5-0A62-4488-A07A-19F76B7E7052}" type="slidenum">
              <a:rPr lang="da-DK" smtClean="0"/>
              <a:t>3</a:t>
            </a:fld>
            <a:endParaRPr lang="da-DK"/>
          </a:p>
        </p:txBody>
      </p:sp>
    </p:spTree>
    <p:extLst>
      <p:ext uri="{BB962C8B-B14F-4D97-AF65-F5344CB8AC3E}">
        <p14:creationId xmlns:p14="http://schemas.microsoft.com/office/powerpoint/2010/main" val="2518471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da-DK" dirty="0"/>
              <a:t>Grundrisiko (uden rygning og asbest): 0.0011</a:t>
            </a:r>
          </a:p>
          <a:p>
            <a:pPr marL="228600" indent="-228600">
              <a:buAutoNum type="arabicPeriod"/>
            </a:pPr>
            <a:r>
              <a:rPr lang="da-DK" dirty="0"/>
              <a:t>Ekstra risiko ved rygning alene: 0.0095-0.0011 = 0.0084</a:t>
            </a:r>
          </a:p>
          <a:p>
            <a:pPr marL="228600" indent="-228600">
              <a:buAutoNum type="arabicPeriod"/>
            </a:pPr>
            <a:r>
              <a:rPr lang="da-DK" dirty="0"/>
              <a:t>Ekstra risiko ved asbest alene: 0.0067-0.0011 = 0.0056 </a:t>
            </a:r>
          </a:p>
          <a:p>
            <a:r>
              <a:rPr lang="da-DK" dirty="0"/>
              <a:t>Den forventede risiko ved begge, hvis der IKKE var interaktion ville være: 0.0011+0.0084+0.0056 = 0.0151</a:t>
            </a:r>
          </a:p>
          <a:p>
            <a:endParaRPr lang="da-DK" dirty="0"/>
          </a:p>
        </p:txBody>
      </p:sp>
      <p:sp>
        <p:nvSpPr>
          <p:cNvPr id="4" name="Slide Number Placeholder 3"/>
          <p:cNvSpPr>
            <a:spLocks noGrp="1"/>
          </p:cNvSpPr>
          <p:nvPr>
            <p:ph type="sldNum" sz="quarter" idx="5"/>
          </p:nvPr>
        </p:nvSpPr>
        <p:spPr/>
        <p:txBody>
          <a:bodyPr/>
          <a:lstStyle/>
          <a:p>
            <a:fld id="{EBF7A9B5-0A62-4488-A07A-19F76B7E7052}" type="slidenum">
              <a:rPr lang="da-DK" smtClean="0"/>
              <a:t>6</a:t>
            </a:fld>
            <a:endParaRPr lang="da-DK"/>
          </a:p>
        </p:txBody>
      </p:sp>
    </p:spTree>
    <p:extLst>
      <p:ext uri="{BB962C8B-B14F-4D97-AF65-F5344CB8AC3E}">
        <p14:creationId xmlns:p14="http://schemas.microsoft.com/office/powerpoint/2010/main" val="3950569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EBF7A9B5-0A62-4488-A07A-19F76B7E7052}" type="slidenum">
              <a:rPr lang="da-DK" smtClean="0"/>
              <a:t>7</a:t>
            </a:fld>
            <a:endParaRPr lang="da-DK"/>
          </a:p>
        </p:txBody>
      </p:sp>
    </p:spTree>
    <p:extLst>
      <p:ext uri="{BB962C8B-B14F-4D97-AF65-F5344CB8AC3E}">
        <p14:creationId xmlns:p14="http://schemas.microsoft.com/office/powerpoint/2010/main" val="2930591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EBF7A9B5-0A62-4488-A07A-19F76B7E7052}" type="slidenum">
              <a:rPr lang="da-DK" smtClean="0"/>
              <a:t>9</a:t>
            </a:fld>
            <a:endParaRPr lang="da-DK"/>
          </a:p>
        </p:txBody>
      </p:sp>
    </p:spTree>
    <p:extLst>
      <p:ext uri="{BB962C8B-B14F-4D97-AF65-F5344CB8AC3E}">
        <p14:creationId xmlns:p14="http://schemas.microsoft.com/office/powerpoint/2010/main" val="1784648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9A619-8CD1-3AF1-BA5C-71A955AAB3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a-DK"/>
          </a:p>
        </p:txBody>
      </p:sp>
      <p:sp>
        <p:nvSpPr>
          <p:cNvPr id="3" name="Subtitle 2">
            <a:extLst>
              <a:ext uri="{FF2B5EF4-FFF2-40B4-BE49-F238E27FC236}">
                <a16:creationId xmlns:a16="http://schemas.microsoft.com/office/drawing/2014/main" id="{B8ADC5FF-E446-2D7D-5B14-EB4CBA0B2F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a-DK"/>
          </a:p>
        </p:txBody>
      </p:sp>
      <p:sp>
        <p:nvSpPr>
          <p:cNvPr id="4" name="Date Placeholder 3">
            <a:extLst>
              <a:ext uri="{FF2B5EF4-FFF2-40B4-BE49-F238E27FC236}">
                <a16:creationId xmlns:a16="http://schemas.microsoft.com/office/drawing/2014/main" id="{B85CCFDE-83F1-69BD-B6FD-0C3F07446F9B}"/>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5" name="Footer Placeholder 4">
            <a:extLst>
              <a:ext uri="{FF2B5EF4-FFF2-40B4-BE49-F238E27FC236}">
                <a16:creationId xmlns:a16="http://schemas.microsoft.com/office/drawing/2014/main" id="{4874348E-0ADD-C721-21D0-F5B2CADBAE24}"/>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B0AFA887-BA4B-5752-D91E-02D520B5F666}"/>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222550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C455-06F9-8BC2-8262-6C654264A145}"/>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05590CD1-3DB9-D379-2198-9A77416A21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FFCC5A77-94CF-F235-08B0-42421F7A2D08}"/>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5" name="Footer Placeholder 4">
            <a:extLst>
              <a:ext uri="{FF2B5EF4-FFF2-40B4-BE49-F238E27FC236}">
                <a16:creationId xmlns:a16="http://schemas.microsoft.com/office/drawing/2014/main" id="{134D8AE1-1F5B-DEDB-DA01-E3D3BD0DBFD3}"/>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07237F07-3A4A-35B3-3519-BF39647466CD}"/>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3754636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197-B467-B501-6A09-24A1365E84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a-DK"/>
          </a:p>
        </p:txBody>
      </p:sp>
      <p:sp>
        <p:nvSpPr>
          <p:cNvPr id="3" name="Text Placeholder 2">
            <a:extLst>
              <a:ext uri="{FF2B5EF4-FFF2-40B4-BE49-F238E27FC236}">
                <a16:creationId xmlns:a16="http://schemas.microsoft.com/office/drawing/2014/main" id="{5BA62E7F-7C8E-582B-C2A8-87B17181A1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68BE8B-C3A2-6E38-5E2F-5447461CC89B}"/>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5" name="Footer Placeholder 4">
            <a:extLst>
              <a:ext uri="{FF2B5EF4-FFF2-40B4-BE49-F238E27FC236}">
                <a16:creationId xmlns:a16="http://schemas.microsoft.com/office/drawing/2014/main" id="{7923AAB2-F778-C021-365E-770F81087870}"/>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2EE4022D-A88C-4368-46ED-15758FAEDE81}"/>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2531641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46248-6EAC-07BD-1861-35C4400E3E6B}"/>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2EB6C575-02B1-4BFF-C282-9A29D31F6F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Content Placeholder 3">
            <a:extLst>
              <a:ext uri="{FF2B5EF4-FFF2-40B4-BE49-F238E27FC236}">
                <a16:creationId xmlns:a16="http://schemas.microsoft.com/office/drawing/2014/main" id="{BB0671D8-0C12-960A-45D6-BBB151AD1E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Date Placeholder 4">
            <a:extLst>
              <a:ext uri="{FF2B5EF4-FFF2-40B4-BE49-F238E27FC236}">
                <a16:creationId xmlns:a16="http://schemas.microsoft.com/office/drawing/2014/main" id="{A86DFC3E-3A9C-EFC7-B67F-42D2D5A88721}"/>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6" name="Footer Placeholder 5">
            <a:extLst>
              <a:ext uri="{FF2B5EF4-FFF2-40B4-BE49-F238E27FC236}">
                <a16:creationId xmlns:a16="http://schemas.microsoft.com/office/drawing/2014/main" id="{A4720D7A-1C13-1871-3363-7EA2A636240D}"/>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AFB0C9B6-66A5-9CF1-068D-9023A94C263F}"/>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3546038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E3652-27C8-5A21-9103-BAC7243D5607}"/>
              </a:ext>
            </a:extLst>
          </p:cNvPr>
          <p:cNvSpPr>
            <a:spLocks noGrp="1"/>
          </p:cNvSpPr>
          <p:nvPr>
            <p:ph type="title"/>
          </p:nvPr>
        </p:nvSpPr>
        <p:spPr>
          <a:xfrm>
            <a:off x="839788" y="365125"/>
            <a:ext cx="10515600" cy="1325563"/>
          </a:xfrm>
        </p:spPr>
        <p:txBody>
          <a:bodyPr/>
          <a:lstStyle/>
          <a:p>
            <a:r>
              <a:rPr lang="en-US"/>
              <a:t>Click to edit Master title style</a:t>
            </a:r>
            <a:endParaRPr lang="da-DK"/>
          </a:p>
        </p:txBody>
      </p:sp>
      <p:sp>
        <p:nvSpPr>
          <p:cNvPr id="3" name="Text Placeholder 2">
            <a:extLst>
              <a:ext uri="{FF2B5EF4-FFF2-40B4-BE49-F238E27FC236}">
                <a16:creationId xmlns:a16="http://schemas.microsoft.com/office/drawing/2014/main" id="{90997B83-2C20-C18C-C559-7E0D56575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C08B86-C7A5-0CD8-9FF6-C7FC5CCD53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Text Placeholder 4">
            <a:extLst>
              <a:ext uri="{FF2B5EF4-FFF2-40B4-BE49-F238E27FC236}">
                <a16:creationId xmlns:a16="http://schemas.microsoft.com/office/drawing/2014/main" id="{A10C67FE-F8DD-08C2-0219-BF622AEBA1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82063C-5BA0-8231-D9A2-DA0BF85457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7" name="Date Placeholder 6">
            <a:extLst>
              <a:ext uri="{FF2B5EF4-FFF2-40B4-BE49-F238E27FC236}">
                <a16:creationId xmlns:a16="http://schemas.microsoft.com/office/drawing/2014/main" id="{F26327DB-0B41-F95E-5DFC-4404035C609D}"/>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8" name="Footer Placeholder 7">
            <a:extLst>
              <a:ext uri="{FF2B5EF4-FFF2-40B4-BE49-F238E27FC236}">
                <a16:creationId xmlns:a16="http://schemas.microsoft.com/office/drawing/2014/main" id="{ED4BF375-0146-2100-F7A4-5B55C840B27C}"/>
              </a:ext>
            </a:extLst>
          </p:cNvPr>
          <p:cNvSpPr>
            <a:spLocks noGrp="1"/>
          </p:cNvSpPr>
          <p:nvPr>
            <p:ph type="ftr" sz="quarter" idx="11"/>
          </p:nvPr>
        </p:nvSpPr>
        <p:spPr/>
        <p:txBody>
          <a:bodyPr/>
          <a:lstStyle/>
          <a:p>
            <a:endParaRPr lang="da-DK"/>
          </a:p>
        </p:txBody>
      </p:sp>
      <p:sp>
        <p:nvSpPr>
          <p:cNvPr id="9" name="Slide Number Placeholder 8">
            <a:extLst>
              <a:ext uri="{FF2B5EF4-FFF2-40B4-BE49-F238E27FC236}">
                <a16:creationId xmlns:a16="http://schemas.microsoft.com/office/drawing/2014/main" id="{7D21EBF9-39DC-E0D9-0B01-4591DEB13632}"/>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3293413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1470F-E8A2-DC10-FEC6-FAAEEDD0D006}"/>
              </a:ext>
            </a:extLst>
          </p:cNvPr>
          <p:cNvSpPr>
            <a:spLocks noGrp="1"/>
          </p:cNvSpPr>
          <p:nvPr>
            <p:ph type="title"/>
          </p:nvPr>
        </p:nvSpPr>
        <p:spPr/>
        <p:txBody>
          <a:bodyPr/>
          <a:lstStyle/>
          <a:p>
            <a:r>
              <a:rPr lang="en-US"/>
              <a:t>Click to edit Master title style</a:t>
            </a:r>
            <a:endParaRPr lang="da-DK"/>
          </a:p>
        </p:txBody>
      </p:sp>
      <p:sp>
        <p:nvSpPr>
          <p:cNvPr id="3" name="Date Placeholder 2">
            <a:extLst>
              <a:ext uri="{FF2B5EF4-FFF2-40B4-BE49-F238E27FC236}">
                <a16:creationId xmlns:a16="http://schemas.microsoft.com/office/drawing/2014/main" id="{68FCB1E1-854F-58EE-0D31-D5C2EAAB7D34}"/>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4" name="Footer Placeholder 3">
            <a:extLst>
              <a:ext uri="{FF2B5EF4-FFF2-40B4-BE49-F238E27FC236}">
                <a16:creationId xmlns:a16="http://schemas.microsoft.com/office/drawing/2014/main" id="{D3581AB5-3FE6-95AD-DD0B-9ACC7FEC1417}"/>
              </a:ext>
            </a:extLst>
          </p:cNvPr>
          <p:cNvSpPr>
            <a:spLocks noGrp="1"/>
          </p:cNvSpPr>
          <p:nvPr>
            <p:ph type="ftr" sz="quarter" idx="11"/>
          </p:nvPr>
        </p:nvSpPr>
        <p:spPr/>
        <p:txBody>
          <a:bodyPr/>
          <a:lstStyle/>
          <a:p>
            <a:endParaRPr lang="da-DK"/>
          </a:p>
        </p:txBody>
      </p:sp>
      <p:sp>
        <p:nvSpPr>
          <p:cNvPr id="5" name="Slide Number Placeholder 4">
            <a:extLst>
              <a:ext uri="{FF2B5EF4-FFF2-40B4-BE49-F238E27FC236}">
                <a16:creationId xmlns:a16="http://schemas.microsoft.com/office/drawing/2014/main" id="{5025463B-5468-9CE2-1265-28108EC896B8}"/>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1448917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B9EC68-ECF4-597F-1E3C-E0CE776196E1}"/>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3" name="Footer Placeholder 2">
            <a:extLst>
              <a:ext uri="{FF2B5EF4-FFF2-40B4-BE49-F238E27FC236}">
                <a16:creationId xmlns:a16="http://schemas.microsoft.com/office/drawing/2014/main" id="{9E422587-66F7-4406-09BC-93C5C52B7286}"/>
              </a:ext>
            </a:extLst>
          </p:cNvPr>
          <p:cNvSpPr>
            <a:spLocks noGrp="1"/>
          </p:cNvSpPr>
          <p:nvPr>
            <p:ph type="ftr" sz="quarter" idx="11"/>
          </p:nvPr>
        </p:nvSpPr>
        <p:spPr/>
        <p:txBody>
          <a:bodyPr/>
          <a:lstStyle/>
          <a:p>
            <a:endParaRPr lang="da-DK"/>
          </a:p>
        </p:txBody>
      </p:sp>
      <p:sp>
        <p:nvSpPr>
          <p:cNvPr id="4" name="Slide Number Placeholder 3">
            <a:extLst>
              <a:ext uri="{FF2B5EF4-FFF2-40B4-BE49-F238E27FC236}">
                <a16:creationId xmlns:a16="http://schemas.microsoft.com/office/drawing/2014/main" id="{78A4B9DD-4092-4E04-F274-0AD9597E6056}"/>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2502207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DEE3C-E53D-AE9C-E82A-7D3083D290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Content Placeholder 2">
            <a:extLst>
              <a:ext uri="{FF2B5EF4-FFF2-40B4-BE49-F238E27FC236}">
                <a16:creationId xmlns:a16="http://schemas.microsoft.com/office/drawing/2014/main" id="{981FA7B0-F840-60CB-E5B2-80E9005E4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Text Placeholder 3">
            <a:extLst>
              <a:ext uri="{FF2B5EF4-FFF2-40B4-BE49-F238E27FC236}">
                <a16:creationId xmlns:a16="http://schemas.microsoft.com/office/drawing/2014/main" id="{261DDD78-84FD-94EE-E181-36B776149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A299B5-8F90-59D7-C189-AA64645A2E85}"/>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6" name="Footer Placeholder 5">
            <a:extLst>
              <a:ext uri="{FF2B5EF4-FFF2-40B4-BE49-F238E27FC236}">
                <a16:creationId xmlns:a16="http://schemas.microsoft.com/office/drawing/2014/main" id="{48199D7D-EFDB-A9F8-40B3-CE4FA905F8B3}"/>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20B0D9A3-F333-C382-A013-559ED0387A0C}"/>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1268421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C7D7E-A914-5DFB-A794-42EF29211C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Picture Placeholder 2">
            <a:extLst>
              <a:ext uri="{FF2B5EF4-FFF2-40B4-BE49-F238E27FC236}">
                <a16:creationId xmlns:a16="http://schemas.microsoft.com/office/drawing/2014/main" id="{73580A3E-19D3-A457-EBAA-0839A4F924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Text Placeholder 3">
            <a:extLst>
              <a:ext uri="{FF2B5EF4-FFF2-40B4-BE49-F238E27FC236}">
                <a16:creationId xmlns:a16="http://schemas.microsoft.com/office/drawing/2014/main" id="{BEE7EB79-4AB3-28EB-048D-D8C776467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97B376-E640-BE67-C714-22FE710E6158}"/>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6" name="Footer Placeholder 5">
            <a:extLst>
              <a:ext uri="{FF2B5EF4-FFF2-40B4-BE49-F238E27FC236}">
                <a16:creationId xmlns:a16="http://schemas.microsoft.com/office/drawing/2014/main" id="{C9CF82D5-AF48-887C-9D58-038744329433}"/>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62918CFD-C746-0A8C-4F6C-698C0632D88F}"/>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3236173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4C189-F046-6949-F366-7EB9F4039F15}"/>
              </a:ext>
            </a:extLst>
          </p:cNvPr>
          <p:cNvSpPr>
            <a:spLocks noGrp="1"/>
          </p:cNvSpPr>
          <p:nvPr>
            <p:ph type="title"/>
          </p:nvPr>
        </p:nvSpPr>
        <p:spPr/>
        <p:txBody>
          <a:bodyPr/>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D227C11F-3A2F-8060-6A69-F41F6954FB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05B4986E-C646-2AE2-39A8-9D9872B447EF}"/>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5" name="Footer Placeholder 4">
            <a:extLst>
              <a:ext uri="{FF2B5EF4-FFF2-40B4-BE49-F238E27FC236}">
                <a16:creationId xmlns:a16="http://schemas.microsoft.com/office/drawing/2014/main" id="{690677B5-C1E6-BDB3-4514-9FB2CA0509D2}"/>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C1CDC61A-D6DF-E18E-C9D3-4126E24F039C}"/>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1092247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B4C3BB-FA00-90DC-E586-63A1088665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8E223C99-E6BD-B27E-3951-92D0FB4EC1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8CB55507-C2A4-CF38-CA9A-F4344E10EB56}"/>
              </a:ext>
            </a:extLst>
          </p:cNvPr>
          <p:cNvSpPr>
            <a:spLocks noGrp="1"/>
          </p:cNvSpPr>
          <p:nvPr>
            <p:ph type="dt" sz="half" idx="10"/>
          </p:nvPr>
        </p:nvSpPr>
        <p:spPr/>
        <p:txBody>
          <a:bodyPr/>
          <a:lstStyle/>
          <a:p>
            <a:fld id="{E625C704-B63C-4E6A-A6CC-D9533910718D}" type="datetimeFigureOut">
              <a:rPr lang="da-DK" smtClean="0"/>
              <a:t>19-02-2026</a:t>
            </a:fld>
            <a:endParaRPr lang="da-DK"/>
          </a:p>
        </p:txBody>
      </p:sp>
      <p:sp>
        <p:nvSpPr>
          <p:cNvPr id="5" name="Footer Placeholder 4">
            <a:extLst>
              <a:ext uri="{FF2B5EF4-FFF2-40B4-BE49-F238E27FC236}">
                <a16:creationId xmlns:a16="http://schemas.microsoft.com/office/drawing/2014/main" id="{0C92677D-2984-9D22-DB4B-AAA6310B6006}"/>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4F918078-B1F2-007A-429A-EFF12D7D5A8C}"/>
              </a:ext>
            </a:extLst>
          </p:cNvPr>
          <p:cNvSpPr>
            <a:spLocks noGrp="1"/>
          </p:cNvSpPr>
          <p:nvPr>
            <p:ph type="sldNum" sz="quarter" idx="12"/>
          </p:nvPr>
        </p:nvSpPr>
        <p:spPr/>
        <p:txBody>
          <a:bodyPr/>
          <a:lstStyle/>
          <a:p>
            <a:fld id="{CFDCC356-FBC6-4C00-ACE4-22D0B461C4AE}" type="slidenum">
              <a:rPr lang="da-DK" smtClean="0"/>
              <a:t>‹#›</a:t>
            </a:fld>
            <a:endParaRPr lang="da-DK"/>
          </a:p>
        </p:txBody>
      </p:sp>
    </p:spTree>
    <p:extLst>
      <p:ext uri="{BB962C8B-B14F-4D97-AF65-F5344CB8AC3E}">
        <p14:creationId xmlns:p14="http://schemas.microsoft.com/office/powerpoint/2010/main" val="369245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CD6814-833E-89A1-E248-5F421A671E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7E61A8C9-D7E9-84ED-FC70-03A1D48197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75707195-7613-68AF-1EA9-E151ED5346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25C704-B63C-4E6A-A6CC-D9533910718D}" type="datetimeFigureOut">
              <a:rPr lang="da-DK" smtClean="0"/>
              <a:t>19-02-2026</a:t>
            </a:fld>
            <a:endParaRPr lang="da-DK"/>
          </a:p>
        </p:txBody>
      </p:sp>
      <p:sp>
        <p:nvSpPr>
          <p:cNvPr id="5" name="Footer Placeholder 4">
            <a:extLst>
              <a:ext uri="{FF2B5EF4-FFF2-40B4-BE49-F238E27FC236}">
                <a16:creationId xmlns:a16="http://schemas.microsoft.com/office/drawing/2014/main" id="{3AB574E4-2156-F807-3CE6-DA050CAD0C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Slide Number Placeholder 5">
            <a:extLst>
              <a:ext uri="{FF2B5EF4-FFF2-40B4-BE49-F238E27FC236}">
                <a16:creationId xmlns:a16="http://schemas.microsoft.com/office/drawing/2014/main" id="{18C424AE-396B-A834-83B5-D5F2D7B146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DCC356-FBC6-4C00-ACE4-22D0B461C4AE}" type="slidenum">
              <a:rPr lang="da-DK" smtClean="0"/>
              <a:t>‹#›</a:t>
            </a:fld>
            <a:endParaRPr lang="da-DK"/>
          </a:p>
        </p:txBody>
      </p:sp>
    </p:spTree>
    <p:extLst>
      <p:ext uri="{BB962C8B-B14F-4D97-AF65-F5344CB8AC3E}">
        <p14:creationId xmlns:p14="http://schemas.microsoft.com/office/powerpoint/2010/main" val="1221882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4.png"/><Relationship Id="rId4" Type="http://schemas.openxmlformats.org/officeDocument/2006/relationships/customXml" Target="../ink/ink1.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5314E-56F9-D1BC-2664-45AE3F0804AD}"/>
              </a:ext>
            </a:extLst>
          </p:cNvPr>
          <p:cNvSpPr>
            <a:spLocks noGrp="1"/>
          </p:cNvSpPr>
          <p:nvPr>
            <p:ph type="ctrTitle"/>
          </p:nvPr>
        </p:nvSpPr>
        <p:spPr/>
        <p:txBody>
          <a:bodyPr/>
          <a:lstStyle/>
          <a:p>
            <a:r>
              <a:rPr lang="da-DK" dirty="0"/>
              <a:t>Biostat 4		</a:t>
            </a:r>
          </a:p>
        </p:txBody>
      </p:sp>
      <p:sp>
        <p:nvSpPr>
          <p:cNvPr id="3" name="Subtitle 2">
            <a:extLst>
              <a:ext uri="{FF2B5EF4-FFF2-40B4-BE49-F238E27FC236}">
                <a16:creationId xmlns:a16="http://schemas.microsoft.com/office/drawing/2014/main" id="{A050598B-8182-8662-3DA0-FDAF2839F796}"/>
              </a:ext>
            </a:extLst>
          </p:cNvPr>
          <p:cNvSpPr>
            <a:spLocks noGrp="1"/>
          </p:cNvSpPr>
          <p:nvPr>
            <p:ph type="subTitle" idx="1"/>
          </p:nvPr>
        </p:nvSpPr>
        <p:spPr/>
        <p:txBody>
          <a:bodyPr/>
          <a:lstStyle/>
          <a:p>
            <a:r>
              <a:rPr lang="da-DK" dirty="0"/>
              <a:t>F2026</a:t>
            </a:r>
          </a:p>
          <a:p>
            <a:r>
              <a:rPr lang="da-DK" dirty="0"/>
              <a:t>Ida og Helle</a:t>
            </a:r>
          </a:p>
        </p:txBody>
      </p:sp>
    </p:spTree>
    <p:extLst>
      <p:ext uri="{BB962C8B-B14F-4D97-AF65-F5344CB8AC3E}">
        <p14:creationId xmlns:p14="http://schemas.microsoft.com/office/powerpoint/2010/main" val="117715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4221FE-68D1-1420-915C-8DFDAF082E30}"/>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3600" kern="1200">
                <a:solidFill>
                  <a:schemeClr val="tx1"/>
                </a:solidFill>
                <a:latin typeface="+mj-lt"/>
                <a:ea typeface="+mj-ea"/>
                <a:cs typeface="+mj-cs"/>
              </a:rPr>
              <a:t>Recap modelantagelser</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9B55969-C380-53C9-85E4-A728EF666F91}"/>
              </a:ext>
            </a:extLst>
          </p:cNvPr>
          <p:cNvPicPr>
            <a:picLocks noGrp="1" noChangeAspect="1"/>
          </p:cNvPicPr>
          <p:nvPr>
            <p:ph idx="1"/>
          </p:nvPr>
        </p:nvPicPr>
        <p:blipFill>
          <a:blip r:embed="rId3"/>
          <a:stretch>
            <a:fillRect/>
          </a:stretch>
        </p:blipFill>
        <p:spPr>
          <a:xfrm>
            <a:off x="4654296" y="700785"/>
            <a:ext cx="7214616" cy="5428997"/>
          </a:xfrm>
          <a:prstGeom prst="rect">
            <a:avLst/>
          </a:prstGeom>
        </p:spPr>
      </p:pic>
    </p:spTree>
    <p:extLst>
      <p:ext uri="{BB962C8B-B14F-4D97-AF65-F5344CB8AC3E}">
        <p14:creationId xmlns:p14="http://schemas.microsoft.com/office/powerpoint/2010/main" val="539777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6C236-A218-0FA1-FD53-12E710065655}"/>
              </a:ext>
            </a:extLst>
          </p:cNvPr>
          <p:cNvSpPr>
            <a:spLocks noGrp="1"/>
          </p:cNvSpPr>
          <p:nvPr>
            <p:ph type="title"/>
          </p:nvPr>
        </p:nvSpPr>
        <p:spPr/>
        <p:txBody>
          <a:bodyPr/>
          <a:lstStyle/>
          <a:p>
            <a:r>
              <a:rPr lang="da-DK" dirty="0" err="1"/>
              <a:t>Goodness</a:t>
            </a:r>
            <a:r>
              <a:rPr lang="da-DK" dirty="0"/>
              <a:t> of fit 	</a:t>
            </a:r>
          </a:p>
        </p:txBody>
      </p:sp>
      <p:sp>
        <p:nvSpPr>
          <p:cNvPr id="3" name="Content Placeholder 2">
            <a:extLst>
              <a:ext uri="{FF2B5EF4-FFF2-40B4-BE49-F238E27FC236}">
                <a16:creationId xmlns:a16="http://schemas.microsoft.com/office/drawing/2014/main" id="{AC74B40E-25DF-BCBC-4014-FF471D13FAD9}"/>
              </a:ext>
            </a:extLst>
          </p:cNvPr>
          <p:cNvSpPr>
            <a:spLocks noGrp="1"/>
          </p:cNvSpPr>
          <p:nvPr>
            <p:ph idx="1"/>
          </p:nvPr>
        </p:nvSpPr>
        <p:spPr/>
        <p:txBody>
          <a:bodyPr>
            <a:normAutofit/>
          </a:bodyPr>
          <a:lstStyle/>
          <a:p>
            <a:r>
              <a:rPr lang="en-US" dirty="0"/>
              <a:t>Vi tester </a:t>
            </a:r>
            <a:r>
              <a:rPr lang="en-US" dirty="0" err="1"/>
              <a:t>Nulhypotesen</a:t>
            </a:r>
            <a:r>
              <a:rPr lang="en-US" dirty="0"/>
              <a:t>: Model er acceptable </a:t>
            </a:r>
          </a:p>
          <a:p>
            <a:pPr marL="0" indent="0">
              <a:buNone/>
            </a:pPr>
            <a:r>
              <a:rPr lang="da-DK" dirty="0" err="1"/>
              <a:t>p-værdi</a:t>
            </a:r>
            <a:r>
              <a:rPr lang="da-DK" dirty="0"/>
              <a:t> &gt; 0.05. God model fit</a:t>
            </a:r>
          </a:p>
          <a:p>
            <a:pPr marL="0" indent="0">
              <a:buNone/>
            </a:pPr>
            <a:r>
              <a:rPr lang="da-DK" dirty="0" err="1"/>
              <a:t>p-værdi</a:t>
            </a:r>
            <a:r>
              <a:rPr lang="da-DK" dirty="0"/>
              <a:t> &lt; 0.05. dårlige model fit.</a:t>
            </a:r>
          </a:p>
          <a:p>
            <a:pPr marL="0" indent="0">
              <a:buNone/>
            </a:pPr>
            <a:r>
              <a:rPr lang="da-DK" dirty="0"/>
              <a:t> </a:t>
            </a:r>
            <a:endParaRPr lang="en-US" dirty="0"/>
          </a:p>
          <a:p>
            <a:pPr lvl="1"/>
            <a:r>
              <a:rPr lang="en-US" dirty="0"/>
              <a:t>Ellers </a:t>
            </a:r>
            <a:r>
              <a:rPr lang="en-US" dirty="0" err="1"/>
              <a:t>kan</a:t>
            </a:r>
            <a:r>
              <a:rPr lang="en-US" dirty="0"/>
              <a:t> der </a:t>
            </a:r>
            <a:r>
              <a:rPr lang="en-US" dirty="0" err="1"/>
              <a:t>være</a:t>
            </a:r>
            <a:r>
              <a:rPr lang="en-US" dirty="0"/>
              <a:t> </a:t>
            </a:r>
            <a:r>
              <a:rPr lang="en-US" dirty="0" err="1"/>
              <a:t>behov</a:t>
            </a:r>
            <a:r>
              <a:rPr lang="en-US" dirty="0"/>
              <a:t> for transformation </a:t>
            </a:r>
            <a:r>
              <a:rPr lang="en-US" dirty="0" err="1"/>
              <a:t>af</a:t>
            </a:r>
            <a:r>
              <a:rPr lang="en-US" dirty="0"/>
              <a:t> data </a:t>
            </a:r>
            <a:r>
              <a:rPr lang="en-US" dirty="0" err="1"/>
              <a:t>eller</a:t>
            </a:r>
            <a:r>
              <a:rPr lang="en-US" dirty="0"/>
              <a:t> at </a:t>
            </a:r>
            <a:r>
              <a:rPr lang="en-US" dirty="0" err="1"/>
              <a:t>inkludere</a:t>
            </a:r>
            <a:r>
              <a:rPr lang="en-US" dirty="0"/>
              <a:t> </a:t>
            </a:r>
            <a:r>
              <a:rPr lang="en-US" dirty="0" err="1"/>
              <a:t>flere</a:t>
            </a:r>
            <a:r>
              <a:rPr lang="en-US" dirty="0"/>
              <a:t> </a:t>
            </a:r>
            <a:r>
              <a:rPr lang="en-US" dirty="0" err="1"/>
              <a:t>covariater</a:t>
            </a:r>
            <a:endParaRPr lang="en-US" dirty="0"/>
          </a:p>
          <a:p>
            <a:pPr lvl="1"/>
            <a:r>
              <a:rPr lang="en-US" dirty="0" err="1"/>
              <a:t>Udfordringen</a:t>
            </a:r>
            <a:r>
              <a:rPr lang="en-US" dirty="0"/>
              <a:t> </a:t>
            </a:r>
            <a:r>
              <a:rPr lang="en-US" dirty="0" err="1"/>
              <a:t>bliver</a:t>
            </a:r>
            <a:r>
              <a:rPr lang="en-US" dirty="0"/>
              <a:t> at vi </a:t>
            </a:r>
            <a:r>
              <a:rPr lang="en-US" dirty="0" err="1"/>
              <a:t>gennem</a:t>
            </a:r>
            <a:r>
              <a:rPr lang="en-US" dirty="0"/>
              <a:t> </a:t>
            </a:r>
            <a:r>
              <a:rPr lang="en-US" dirty="0" err="1"/>
              <a:t>testen</a:t>
            </a:r>
            <a:r>
              <a:rPr lang="en-US" dirty="0"/>
              <a:t> </a:t>
            </a:r>
            <a:r>
              <a:rPr lang="en-US" dirty="0" err="1"/>
              <a:t>ikke</a:t>
            </a:r>
            <a:r>
              <a:rPr lang="en-US" dirty="0"/>
              <a:t> </a:t>
            </a:r>
            <a:r>
              <a:rPr lang="en-US" dirty="0" err="1"/>
              <a:t>bliver</a:t>
            </a:r>
            <a:r>
              <a:rPr lang="en-US" dirty="0"/>
              <a:t> </a:t>
            </a:r>
            <a:r>
              <a:rPr lang="en-US" dirty="0" err="1"/>
              <a:t>så</a:t>
            </a:r>
            <a:r>
              <a:rPr lang="en-US" dirty="0"/>
              <a:t> </a:t>
            </a:r>
            <a:r>
              <a:rPr lang="en-US" dirty="0" err="1"/>
              <a:t>meget</a:t>
            </a:r>
            <a:r>
              <a:rPr lang="en-US" dirty="0"/>
              <a:t> </a:t>
            </a:r>
            <a:r>
              <a:rPr lang="en-US" dirty="0" err="1"/>
              <a:t>klogere</a:t>
            </a:r>
            <a:r>
              <a:rPr lang="en-US" dirty="0"/>
              <a:t> </a:t>
            </a:r>
            <a:r>
              <a:rPr lang="en-US" dirty="0" err="1"/>
              <a:t>på</a:t>
            </a:r>
            <a:r>
              <a:rPr lang="en-US" dirty="0"/>
              <a:t> </a:t>
            </a:r>
            <a:r>
              <a:rPr lang="en-US" dirty="0" err="1"/>
              <a:t>årsagen</a:t>
            </a:r>
            <a:r>
              <a:rPr lang="en-US" dirty="0"/>
              <a:t> </a:t>
            </a:r>
            <a:r>
              <a:rPr lang="en-US" dirty="0" err="1"/>
              <a:t>til</a:t>
            </a:r>
            <a:r>
              <a:rPr lang="en-US" dirty="0"/>
              <a:t> at </a:t>
            </a:r>
            <a:r>
              <a:rPr lang="en-US" dirty="0" err="1"/>
              <a:t>vores</a:t>
            </a:r>
            <a:r>
              <a:rPr lang="en-US" dirty="0"/>
              <a:t> model </a:t>
            </a:r>
            <a:r>
              <a:rPr lang="en-US" dirty="0" err="1"/>
              <a:t>ikke</a:t>
            </a:r>
            <a:r>
              <a:rPr lang="en-US" dirty="0"/>
              <a:t> er “god </a:t>
            </a:r>
            <a:r>
              <a:rPr lang="en-US" dirty="0" err="1"/>
              <a:t>nok</a:t>
            </a:r>
            <a:r>
              <a:rPr lang="en-US" dirty="0"/>
              <a:t>”</a:t>
            </a:r>
          </a:p>
          <a:p>
            <a:pPr lvl="1"/>
            <a:r>
              <a:rPr lang="en-US" dirty="0" err="1"/>
              <a:t>På</a:t>
            </a:r>
            <a:r>
              <a:rPr lang="en-US" dirty="0"/>
              <a:t> </a:t>
            </a:r>
            <a:r>
              <a:rPr lang="en-US" dirty="0" err="1"/>
              <a:t>dette</a:t>
            </a:r>
            <a:r>
              <a:rPr lang="en-US" dirty="0"/>
              <a:t> </a:t>
            </a:r>
            <a:r>
              <a:rPr lang="en-US" dirty="0" err="1"/>
              <a:t>kursus</a:t>
            </a:r>
            <a:r>
              <a:rPr lang="en-US" dirty="0"/>
              <a:t> </a:t>
            </a:r>
            <a:r>
              <a:rPr lang="en-US" dirty="0" err="1"/>
              <a:t>skal</a:t>
            </a:r>
            <a:r>
              <a:rPr lang="en-US" dirty="0"/>
              <a:t> I </a:t>
            </a:r>
            <a:r>
              <a:rPr lang="en-US" dirty="0" err="1"/>
              <a:t>kunne</a:t>
            </a:r>
            <a:r>
              <a:rPr lang="en-US" dirty="0"/>
              <a:t> lave </a:t>
            </a:r>
            <a:r>
              <a:rPr lang="en-US" dirty="0" err="1"/>
              <a:t>testen</a:t>
            </a:r>
            <a:r>
              <a:rPr lang="en-US" dirty="0"/>
              <a:t> </a:t>
            </a:r>
            <a:r>
              <a:rPr lang="en-US" dirty="0" err="1"/>
              <a:t>og</a:t>
            </a:r>
            <a:r>
              <a:rPr lang="en-US" dirty="0"/>
              <a:t> </a:t>
            </a:r>
            <a:r>
              <a:rPr lang="en-US" dirty="0" err="1"/>
              <a:t>konklusion</a:t>
            </a:r>
            <a:r>
              <a:rPr lang="en-US" dirty="0"/>
              <a:t>: god </a:t>
            </a:r>
            <a:r>
              <a:rPr lang="en-US" dirty="0" err="1"/>
              <a:t>nok</a:t>
            </a:r>
            <a:r>
              <a:rPr lang="en-US" dirty="0"/>
              <a:t> </a:t>
            </a:r>
            <a:r>
              <a:rPr lang="en-US" dirty="0" err="1"/>
              <a:t>eller</a:t>
            </a:r>
            <a:r>
              <a:rPr lang="en-US" dirty="0"/>
              <a:t> </a:t>
            </a:r>
            <a:r>
              <a:rPr lang="en-US" dirty="0" err="1"/>
              <a:t>ej</a:t>
            </a:r>
            <a:r>
              <a:rPr lang="en-US" dirty="0"/>
              <a:t> </a:t>
            </a:r>
            <a:r>
              <a:rPr lang="en-US" dirty="0">
                <a:sym typeface="Wingdings" panose="05000000000000000000" pitchFamily="2" charset="2"/>
              </a:rPr>
              <a:t></a:t>
            </a:r>
            <a:endParaRPr lang="en-US" dirty="0"/>
          </a:p>
          <a:p>
            <a:endParaRPr lang="da-DK" dirty="0"/>
          </a:p>
        </p:txBody>
      </p:sp>
    </p:spTree>
    <p:extLst>
      <p:ext uri="{BB962C8B-B14F-4D97-AF65-F5344CB8AC3E}">
        <p14:creationId xmlns:p14="http://schemas.microsoft.com/office/powerpoint/2010/main" val="222403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2C50D-227C-D86B-75B8-516252C30BC3}"/>
              </a:ext>
            </a:extLst>
          </p:cNvPr>
          <p:cNvSpPr>
            <a:spLocks noGrp="1"/>
          </p:cNvSpPr>
          <p:nvPr>
            <p:ph type="title"/>
          </p:nvPr>
        </p:nvSpPr>
        <p:spPr>
          <a:xfrm>
            <a:off x="838200" y="365126"/>
            <a:ext cx="3948953" cy="1076400"/>
          </a:xfrm>
        </p:spPr>
        <p:txBody>
          <a:bodyPr/>
          <a:lstStyle/>
          <a:p>
            <a:r>
              <a:rPr lang="da-DK" dirty="0"/>
              <a:t>Omnibus test</a:t>
            </a:r>
          </a:p>
        </p:txBody>
      </p:sp>
      <p:pic>
        <p:nvPicPr>
          <p:cNvPr id="10" name="Content Placeholder 9">
            <a:extLst>
              <a:ext uri="{FF2B5EF4-FFF2-40B4-BE49-F238E27FC236}">
                <a16:creationId xmlns:a16="http://schemas.microsoft.com/office/drawing/2014/main" id="{7907504C-8E3D-1CDE-98EC-76BF8C3C678D}"/>
              </a:ext>
            </a:extLst>
          </p:cNvPr>
          <p:cNvPicPr>
            <a:picLocks noGrp="1" noChangeAspect="1"/>
          </p:cNvPicPr>
          <p:nvPr>
            <p:ph idx="1"/>
          </p:nvPr>
        </p:nvPicPr>
        <p:blipFill>
          <a:blip r:embed="rId2"/>
          <a:srcRect l="855" r="1"/>
          <a:stretch>
            <a:fillRect/>
          </a:stretch>
        </p:blipFill>
        <p:spPr>
          <a:xfrm>
            <a:off x="422442" y="4979752"/>
            <a:ext cx="5841403" cy="1076400"/>
          </a:xfrm>
          <a:prstGeom prst="rect">
            <a:avLst/>
          </a:prstGeom>
        </p:spPr>
      </p:pic>
      <p:sp>
        <p:nvSpPr>
          <p:cNvPr id="4" name="TextBox 3">
            <a:extLst>
              <a:ext uri="{FF2B5EF4-FFF2-40B4-BE49-F238E27FC236}">
                <a16:creationId xmlns:a16="http://schemas.microsoft.com/office/drawing/2014/main" id="{85EAD198-4228-412C-43B9-56D5BB7E891F}"/>
              </a:ext>
            </a:extLst>
          </p:cNvPr>
          <p:cNvSpPr txBox="1"/>
          <p:nvPr/>
        </p:nvSpPr>
        <p:spPr>
          <a:xfrm>
            <a:off x="6508377" y="479414"/>
            <a:ext cx="5092849" cy="769441"/>
          </a:xfrm>
          <a:prstGeom prst="rect">
            <a:avLst/>
          </a:prstGeom>
          <a:noFill/>
        </p:spPr>
        <p:txBody>
          <a:bodyPr wrap="square" rtlCol="0">
            <a:spAutoFit/>
          </a:bodyPr>
          <a:lstStyle/>
          <a:p>
            <a:r>
              <a:rPr lang="da-DK" sz="4400" dirty="0" err="1"/>
              <a:t>Hosmer-Lemeshow</a:t>
            </a:r>
            <a:endParaRPr lang="da-DK" sz="4400" dirty="0"/>
          </a:p>
        </p:txBody>
      </p:sp>
      <p:sp>
        <p:nvSpPr>
          <p:cNvPr id="5" name="TextBox 4">
            <a:extLst>
              <a:ext uri="{FF2B5EF4-FFF2-40B4-BE49-F238E27FC236}">
                <a16:creationId xmlns:a16="http://schemas.microsoft.com/office/drawing/2014/main" id="{629E4D65-C661-123C-D529-51B6BBF99C11}"/>
              </a:ext>
            </a:extLst>
          </p:cNvPr>
          <p:cNvSpPr txBox="1"/>
          <p:nvPr/>
        </p:nvSpPr>
        <p:spPr>
          <a:xfrm>
            <a:off x="6981713" y="1839558"/>
            <a:ext cx="3539266" cy="923330"/>
          </a:xfrm>
          <a:prstGeom prst="rect">
            <a:avLst/>
          </a:prstGeom>
          <a:noFill/>
        </p:spPr>
        <p:txBody>
          <a:bodyPr wrap="square" rtlCol="0">
            <a:spAutoFit/>
          </a:bodyPr>
          <a:lstStyle/>
          <a:p>
            <a:r>
              <a:rPr lang="da-DK" dirty="0"/>
              <a:t>Problemet: Testen er afhængig af, at antallet af grupper/bins defineres. Default er 10. </a:t>
            </a:r>
          </a:p>
        </p:txBody>
      </p:sp>
      <p:pic>
        <p:nvPicPr>
          <p:cNvPr id="7" name="Picture 6">
            <a:extLst>
              <a:ext uri="{FF2B5EF4-FFF2-40B4-BE49-F238E27FC236}">
                <a16:creationId xmlns:a16="http://schemas.microsoft.com/office/drawing/2014/main" id="{5C35EC1D-A57C-A49C-B60C-784E1064A07B}"/>
              </a:ext>
            </a:extLst>
          </p:cNvPr>
          <p:cNvPicPr>
            <a:picLocks noChangeAspect="1"/>
          </p:cNvPicPr>
          <p:nvPr/>
        </p:nvPicPr>
        <p:blipFill>
          <a:blip r:embed="rId3"/>
          <a:stretch>
            <a:fillRect/>
          </a:stretch>
        </p:blipFill>
        <p:spPr>
          <a:xfrm>
            <a:off x="7167428" y="2945768"/>
            <a:ext cx="3963843" cy="2523604"/>
          </a:xfrm>
          <a:prstGeom prst="rect">
            <a:avLst/>
          </a:prstGeom>
        </p:spPr>
      </p:pic>
      <p:sp>
        <p:nvSpPr>
          <p:cNvPr id="8" name="TextBox 7">
            <a:extLst>
              <a:ext uri="{FF2B5EF4-FFF2-40B4-BE49-F238E27FC236}">
                <a16:creationId xmlns:a16="http://schemas.microsoft.com/office/drawing/2014/main" id="{D09252F5-E77C-72C6-A4CA-0AFE480485CE}"/>
              </a:ext>
            </a:extLst>
          </p:cNvPr>
          <p:cNvSpPr txBox="1"/>
          <p:nvPr/>
        </p:nvSpPr>
        <p:spPr>
          <a:xfrm>
            <a:off x="9525896" y="5420071"/>
            <a:ext cx="1446903" cy="507831"/>
          </a:xfrm>
          <a:prstGeom prst="rect">
            <a:avLst/>
          </a:prstGeom>
          <a:noFill/>
        </p:spPr>
        <p:txBody>
          <a:bodyPr wrap="square" rtlCol="0">
            <a:spAutoFit/>
          </a:bodyPr>
          <a:lstStyle/>
          <a:p>
            <a:r>
              <a:rPr lang="da-DK" sz="900" dirty="0"/>
              <a:t>Slide fra undervisning i faget DS812, S. Clemmensen</a:t>
            </a:r>
          </a:p>
        </p:txBody>
      </p:sp>
      <p:sp>
        <p:nvSpPr>
          <p:cNvPr id="11" name="TextBox 10">
            <a:extLst>
              <a:ext uri="{FF2B5EF4-FFF2-40B4-BE49-F238E27FC236}">
                <a16:creationId xmlns:a16="http://schemas.microsoft.com/office/drawing/2014/main" id="{19760731-2E5F-74C0-B49C-8CAC551DCFD5}"/>
              </a:ext>
            </a:extLst>
          </p:cNvPr>
          <p:cNvSpPr txBox="1"/>
          <p:nvPr/>
        </p:nvSpPr>
        <p:spPr>
          <a:xfrm>
            <a:off x="731519" y="1839558"/>
            <a:ext cx="3808207" cy="2585323"/>
          </a:xfrm>
          <a:prstGeom prst="rect">
            <a:avLst/>
          </a:prstGeom>
          <a:noFill/>
        </p:spPr>
        <p:txBody>
          <a:bodyPr wrap="square" rtlCol="0">
            <a:spAutoFit/>
          </a:bodyPr>
          <a:lstStyle/>
          <a:p>
            <a:r>
              <a:rPr lang="da-DK" dirty="0"/>
              <a:t>Er den logistiske regressionsmodel som helhed er signifikant. </a:t>
            </a:r>
          </a:p>
          <a:p>
            <a:r>
              <a:rPr lang="da-DK" dirty="0"/>
              <a:t>Denne test sammenligner: </a:t>
            </a:r>
            <a:r>
              <a:rPr lang="da-DK" dirty="0" err="1"/>
              <a:t>null</a:t>
            </a:r>
            <a:r>
              <a:rPr lang="da-DK" dirty="0"/>
              <a:t>-modellen (model uden </a:t>
            </a:r>
            <a:r>
              <a:rPr lang="da-DK" dirty="0" err="1"/>
              <a:t>prediktorer</a:t>
            </a:r>
            <a:r>
              <a:rPr lang="da-DK" dirty="0"/>
              <a:t>) og min model (med alle </a:t>
            </a:r>
            <a:r>
              <a:rPr lang="da-DK" dirty="0" err="1"/>
              <a:t>prediktorer</a:t>
            </a:r>
            <a:r>
              <a:rPr lang="da-DK" dirty="0"/>
              <a:t>). </a:t>
            </a:r>
          </a:p>
          <a:p>
            <a:endParaRPr lang="da-DK" dirty="0"/>
          </a:p>
          <a:p>
            <a:r>
              <a:rPr lang="da-DK" dirty="0"/>
              <a:t>Mere robust, da den ikke kræver en stillingtagen, men plottes som kommando og aflæses:</a:t>
            </a:r>
          </a:p>
        </p:txBody>
      </p:sp>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414A4B5F-8AFE-5A25-7463-669097DD681E}"/>
                  </a:ext>
                </a:extLst>
              </p14:cNvPr>
              <p14:cNvContentPartPr/>
              <p14:nvPr/>
            </p14:nvContentPartPr>
            <p14:xfrm>
              <a:off x="6755548" y="476915"/>
              <a:ext cx="3422160" cy="717120"/>
            </p14:xfrm>
          </p:contentPart>
        </mc:Choice>
        <mc:Fallback xmlns="">
          <p:pic>
            <p:nvPicPr>
              <p:cNvPr id="14" name="Ink 13">
                <a:extLst>
                  <a:ext uri="{FF2B5EF4-FFF2-40B4-BE49-F238E27FC236}">
                    <a16:creationId xmlns:a16="http://schemas.microsoft.com/office/drawing/2014/main" id="{414A4B5F-8AFE-5A25-7463-669097DD681E}"/>
                  </a:ext>
                </a:extLst>
              </p:cNvPr>
              <p:cNvPicPr/>
              <p:nvPr/>
            </p:nvPicPr>
            <p:blipFill>
              <a:blip r:embed="rId5"/>
              <a:stretch>
                <a:fillRect/>
              </a:stretch>
            </p:blipFill>
            <p:spPr>
              <a:xfrm>
                <a:off x="6701908" y="368915"/>
                <a:ext cx="3529800" cy="932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243A5846-B228-A613-D2E3-99B5265DD12B}"/>
                  </a:ext>
                </a:extLst>
              </p14:cNvPr>
              <p14:cNvContentPartPr/>
              <p14:nvPr/>
            </p14:nvContentPartPr>
            <p14:xfrm>
              <a:off x="6992428" y="462155"/>
              <a:ext cx="4065840" cy="677880"/>
            </p14:xfrm>
          </p:contentPart>
        </mc:Choice>
        <mc:Fallback xmlns="">
          <p:pic>
            <p:nvPicPr>
              <p:cNvPr id="15" name="Ink 14">
                <a:extLst>
                  <a:ext uri="{FF2B5EF4-FFF2-40B4-BE49-F238E27FC236}">
                    <a16:creationId xmlns:a16="http://schemas.microsoft.com/office/drawing/2014/main" id="{243A5846-B228-A613-D2E3-99B5265DD12B}"/>
                  </a:ext>
                </a:extLst>
              </p:cNvPr>
              <p:cNvPicPr/>
              <p:nvPr/>
            </p:nvPicPr>
            <p:blipFill>
              <a:blip r:embed="rId7"/>
              <a:stretch>
                <a:fillRect/>
              </a:stretch>
            </p:blipFill>
            <p:spPr>
              <a:xfrm>
                <a:off x="6938428" y="354515"/>
                <a:ext cx="4173480" cy="893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97B5B271-09E7-9C69-78C3-0CB48FB12D2F}"/>
                  </a:ext>
                </a:extLst>
              </p14:cNvPr>
              <p14:cNvContentPartPr/>
              <p14:nvPr/>
            </p14:nvContentPartPr>
            <p14:xfrm>
              <a:off x="921748" y="5947835"/>
              <a:ext cx="756720" cy="54720"/>
            </p14:xfrm>
          </p:contentPart>
        </mc:Choice>
        <mc:Fallback xmlns="">
          <p:pic>
            <p:nvPicPr>
              <p:cNvPr id="17" name="Ink 16">
                <a:extLst>
                  <a:ext uri="{FF2B5EF4-FFF2-40B4-BE49-F238E27FC236}">
                    <a16:creationId xmlns:a16="http://schemas.microsoft.com/office/drawing/2014/main" id="{97B5B271-09E7-9C69-78C3-0CB48FB12D2F}"/>
                  </a:ext>
                </a:extLst>
              </p:cNvPr>
              <p:cNvPicPr/>
              <p:nvPr/>
            </p:nvPicPr>
            <p:blipFill>
              <a:blip r:embed="rId9"/>
              <a:stretch>
                <a:fillRect/>
              </a:stretch>
            </p:blipFill>
            <p:spPr>
              <a:xfrm>
                <a:off x="868108" y="5840195"/>
                <a:ext cx="864360" cy="270360"/>
              </a:xfrm>
              <a:prstGeom prst="rect">
                <a:avLst/>
              </a:prstGeom>
            </p:spPr>
          </p:pic>
        </mc:Fallback>
      </mc:AlternateContent>
    </p:spTree>
    <p:extLst>
      <p:ext uri="{BB962C8B-B14F-4D97-AF65-F5344CB8AC3E}">
        <p14:creationId xmlns:p14="http://schemas.microsoft.com/office/powerpoint/2010/main" val="1296050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5E6A21-A641-53B8-F852-CB63986C4060}"/>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Opgave 3: </a:t>
            </a:r>
          </a:p>
        </p:txBody>
      </p:sp>
      <p:sp>
        <p:nvSpPr>
          <p:cNvPr id="6" name="TextBox 5">
            <a:extLst>
              <a:ext uri="{FF2B5EF4-FFF2-40B4-BE49-F238E27FC236}">
                <a16:creationId xmlns:a16="http://schemas.microsoft.com/office/drawing/2014/main" id="{9B9D23F6-935B-3369-7FD3-44A379E128DC}"/>
              </a:ext>
            </a:extLst>
          </p:cNvPr>
          <p:cNvSpPr txBox="1"/>
          <p:nvPr/>
        </p:nvSpPr>
        <p:spPr>
          <a:xfrm>
            <a:off x="638882" y="4631161"/>
            <a:ext cx="3571810" cy="1559327"/>
          </a:xfrm>
          <a:prstGeom prst="rect">
            <a:avLst/>
          </a:prstGeom>
        </p:spPr>
        <p:txBody>
          <a:bodyPr vert="horz" lIns="91440" tIns="45720" rIns="91440" bIns="45720" rtlCol="0">
            <a:normAutofit/>
          </a:bodyPr>
          <a:lstStyle/>
          <a:p>
            <a:pPr>
              <a:lnSpc>
                <a:spcPct val="90000"/>
              </a:lnSpc>
              <a:spcBef>
                <a:spcPts val="1000"/>
              </a:spcBef>
            </a:pPr>
            <a:r>
              <a:rPr lang="en-US" sz="2400" kern="1200">
                <a:solidFill>
                  <a:schemeClr val="tx1"/>
                </a:solidFill>
                <a:latin typeface="+mn-lt"/>
                <a:ea typeface="+mn-ea"/>
                <a:cs typeface="+mn-cs"/>
              </a:rPr>
              <a:t>Fra Sörens slides:</a:t>
            </a:r>
          </a:p>
        </p:txBody>
      </p:sp>
      <p:sp>
        <p:nvSpPr>
          <p:cNvPr id="1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134AF4B-DA89-6489-091C-11DD707E6286}"/>
              </a:ext>
            </a:extLst>
          </p:cNvPr>
          <p:cNvPicPr>
            <a:picLocks noGrp="1" noChangeAspect="1"/>
          </p:cNvPicPr>
          <p:nvPr>
            <p:ph idx="1"/>
          </p:nvPr>
        </p:nvPicPr>
        <p:blipFill>
          <a:blip r:embed="rId2"/>
          <a:stretch>
            <a:fillRect/>
          </a:stretch>
        </p:blipFill>
        <p:spPr>
          <a:xfrm>
            <a:off x="4654296" y="736858"/>
            <a:ext cx="7214616" cy="5356852"/>
          </a:xfrm>
          <a:prstGeom prst="rect">
            <a:avLst/>
          </a:prstGeom>
        </p:spPr>
      </p:pic>
    </p:spTree>
    <p:extLst>
      <p:ext uri="{BB962C8B-B14F-4D97-AF65-F5344CB8AC3E}">
        <p14:creationId xmlns:p14="http://schemas.microsoft.com/office/powerpoint/2010/main" val="975664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70FF1-EBA7-7987-945D-D11F4E898C54}"/>
              </a:ext>
            </a:extLst>
          </p:cNvPr>
          <p:cNvSpPr>
            <a:spLocks noGrp="1"/>
          </p:cNvSpPr>
          <p:nvPr>
            <p:ph type="title"/>
          </p:nvPr>
        </p:nvSpPr>
        <p:spPr/>
        <p:txBody>
          <a:bodyPr>
            <a:normAutofit/>
          </a:bodyPr>
          <a:lstStyle/>
          <a:p>
            <a:r>
              <a:rPr lang="da-DK" sz="1800" dirty="0"/>
              <a:t>3.a: Kig på Tabel 1 og den omkringliggende tekst i afsnit 1.2. Hvorfor er der tale om en interaktion i dette eksempel? </a:t>
            </a:r>
          </a:p>
        </p:txBody>
      </p:sp>
      <p:pic>
        <p:nvPicPr>
          <p:cNvPr id="5" name="Content Placeholder 4">
            <a:extLst>
              <a:ext uri="{FF2B5EF4-FFF2-40B4-BE49-F238E27FC236}">
                <a16:creationId xmlns:a16="http://schemas.microsoft.com/office/drawing/2014/main" id="{7CA0A56C-F0CB-3DE7-8DF2-288470B908AD}"/>
              </a:ext>
            </a:extLst>
          </p:cNvPr>
          <p:cNvPicPr>
            <a:picLocks noGrp="1" noChangeAspect="1"/>
          </p:cNvPicPr>
          <p:nvPr>
            <p:ph idx="1"/>
          </p:nvPr>
        </p:nvPicPr>
        <p:blipFill>
          <a:blip r:embed="rId3"/>
          <a:stretch>
            <a:fillRect/>
          </a:stretch>
        </p:blipFill>
        <p:spPr>
          <a:xfrm>
            <a:off x="838200" y="1828577"/>
            <a:ext cx="4239217" cy="1600423"/>
          </a:xfrm>
          <a:prstGeom prst="rect">
            <a:avLst/>
          </a:prstGeom>
        </p:spPr>
      </p:pic>
      <p:sp>
        <p:nvSpPr>
          <p:cNvPr id="7" name="TextBox 6">
            <a:extLst>
              <a:ext uri="{FF2B5EF4-FFF2-40B4-BE49-F238E27FC236}">
                <a16:creationId xmlns:a16="http://schemas.microsoft.com/office/drawing/2014/main" id="{596ACEC8-D8F7-50D8-2CB5-5948CFD7BB12}"/>
              </a:ext>
            </a:extLst>
          </p:cNvPr>
          <p:cNvSpPr txBox="1"/>
          <p:nvPr/>
        </p:nvSpPr>
        <p:spPr>
          <a:xfrm>
            <a:off x="5259594" y="1934079"/>
            <a:ext cx="6094206" cy="2308324"/>
          </a:xfrm>
          <a:prstGeom prst="rect">
            <a:avLst/>
          </a:prstGeom>
          <a:noFill/>
        </p:spPr>
        <p:txBody>
          <a:bodyPr wrap="square">
            <a:spAutoFit/>
          </a:bodyPr>
          <a:lstStyle/>
          <a:p>
            <a:r>
              <a:rPr lang="da-DK" dirty="0"/>
              <a:t>Der er tale om en interaktion i dette eksempel, fordi effekten af rygning på risiko for lungekræft varierer afhængigt af asbest-eksponering.</a:t>
            </a:r>
          </a:p>
          <a:p>
            <a:endParaRPr lang="da-DK" dirty="0"/>
          </a:p>
          <a:p>
            <a:r>
              <a:rPr lang="da-DK" dirty="0"/>
              <a:t>Interaktionen består i: Effekten af rygning er forskellig afhængigt af asbest-eksponering. </a:t>
            </a:r>
          </a:p>
          <a:p>
            <a:r>
              <a:rPr lang="da-DK" dirty="0"/>
              <a:t>(Vi kalder det for additiv interaktion, fordi effekten af de to faktorer forstærker hinanden – beregnes i næste opgave)  </a:t>
            </a:r>
          </a:p>
        </p:txBody>
      </p:sp>
    </p:spTree>
    <p:extLst>
      <p:ext uri="{BB962C8B-B14F-4D97-AF65-F5344CB8AC3E}">
        <p14:creationId xmlns:p14="http://schemas.microsoft.com/office/powerpoint/2010/main" val="537902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F69BA-5721-8B4E-F2F6-530233F68F88}"/>
              </a:ext>
            </a:extLst>
          </p:cNvPr>
          <p:cNvSpPr>
            <a:spLocks noGrp="1"/>
          </p:cNvSpPr>
          <p:nvPr>
            <p:ph type="title"/>
          </p:nvPr>
        </p:nvSpPr>
        <p:spPr/>
        <p:txBody>
          <a:bodyPr>
            <a:normAutofit/>
          </a:bodyPr>
          <a:lstStyle/>
          <a:p>
            <a:r>
              <a:rPr lang="da-DK" sz="1800" dirty="0"/>
              <a:t>3.b: Eksemplet finder forskelle mellem den </a:t>
            </a:r>
            <a:r>
              <a:rPr lang="da-DK" sz="1800" dirty="0" err="1"/>
              <a:t>additive</a:t>
            </a:r>
            <a:r>
              <a:rPr lang="da-DK" sz="1800" dirty="0"/>
              <a:t> og den </a:t>
            </a:r>
            <a:r>
              <a:rPr lang="da-DK" sz="1800" dirty="0" err="1"/>
              <a:t>multiplikative</a:t>
            </a:r>
            <a:r>
              <a:rPr lang="da-DK" sz="1800" dirty="0"/>
              <a:t> interaktion. Hvordan skal disse to forskellige effekter fortolkes? </a:t>
            </a:r>
          </a:p>
        </p:txBody>
      </p:sp>
      <p:sp>
        <p:nvSpPr>
          <p:cNvPr id="3" name="Content Placeholder 2">
            <a:extLst>
              <a:ext uri="{FF2B5EF4-FFF2-40B4-BE49-F238E27FC236}">
                <a16:creationId xmlns:a16="http://schemas.microsoft.com/office/drawing/2014/main" id="{6AABDAB7-365B-775A-ECD2-3D6DB08B9416}"/>
              </a:ext>
            </a:extLst>
          </p:cNvPr>
          <p:cNvSpPr>
            <a:spLocks noGrp="1"/>
          </p:cNvSpPr>
          <p:nvPr>
            <p:ph idx="1"/>
          </p:nvPr>
        </p:nvSpPr>
        <p:spPr/>
        <p:txBody>
          <a:bodyPr>
            <a:normAutofit/>
          </a:bodyPr>
          <a:lstStyle/>
          <a:p>
            <a:pPr marL="0" indent="0">
              <a:buNone/>
            </a:pPr>
            <a:r>
              <a:rPr lang="da-DK" sz="1600" dirty="0"/>
              <a:t>Additiv interaktion: Absolutte risiko</a:t>
            </a:r>
          </a:p>
          <a:p>
            <a:pPr marL="0" indent="0">
              <a:buNone/>
            </a:pPr>
            <a:endParaRPr lang="da-DK" sz="1600" dirty="0"/>
          </a:p>
          <a:p>
            <a:pPr marL="0" indent="0">
              <a:buNone/>
            </a:pPr>
            <a:r>
              <a:rPr lang="da-DK" sz="1600" dirty="0"/>
              <a:t>- Vi bruger formel 2 på side 35 og får </a:t>
            </a:r>
          </a:p>
          <a:p>
            <a:pPr>
              <a:buFontTx/>
              <a:buChar char="-"/>
            </a:pPr>
            <a:r>
              <a:rPr lang="da-DK" sz="1600" dirty="0"/>
              <a:t>0.0299 &gt; 0 og derfor kaldes interaktionen positiv eller super-</a:t>
            </a:r>
            <a:r>
              <a:rPr lang="da-DK" sz="1600" dirty="0" err="1"/>
              <a:t>additive</a:t>
            </a:r>
            <a:endParaRPr lang="da-DK" sz="1600" dirty="0"/>
          </a:p>
          <a:p>
            <a:pPr>
              <a:buFontTx/>
              <a:buChar char="-"/>
            </a:pPr>
            <a:endParaRPr lang="da-DK" sz="1600" dirty="0"/>
          </a:p>
          <a:p>
            <a:pPr>
              <a:buFontTx/>
              <a:buChar char="-"/>
            </a:pPr>
            <a:endParaRPr lang="da-DK" sz="1600" dirty="0"/>
          </a:p>
          <a:p>
            <a:pPr marL="0" indent="0">
              <a:buNone/>
            </a:pPr>
            <a:r>
              <a:rPr lang="da-DK" sz="1600" dirty="0" err="1"/>
              <a:t>Multiplikativ</a:t>
            </a:r>
            <a:r>
              <a:rPr lang="da-DK" sz="1600" dirty="0"/>
              <a:t> interaktion: Relative risiko</a:t>
            </a:r>
          </a:p>
          <a:p>
            <a:pPr>
              <a:buFontTx/>
              <a:buChar char="-"/>
            </a:pPr>
            <a:r>
              <a:rPr lang="da-DK" sz="1600" dirty="0"/>
              <a:t>Beregnes på </a:t>
            </a:r>
            <a:r>
              <a:rPr lang="da-DK" sz="1600" dirty="0" err="1"/>
              <a:t>risk</a:t>
            </a:r>
            <a:r>
              <a:rPr lang="da-DK" sz="1600" dirty="0"/>
              <a:t> ration skala</a:t>
            </a:r>
          </a:p>
          <a:p>
            <a:pPr>
              <a:buFontTx/>
              <a:buChar char="-"/>
            </a:pPr>
            <a:r>
              <a:rPr lang="da-DK" sz="1600" dirty="0"/>
              <a:t>Vi bruger formel 3 på side 36 og får</a:t>
            </a:r>
          </a:p>
          <a:p>
            <a:pPr>
              <a:buFontTx/>
              <a:buChar char="-"/>
            </a:pPr>
            <a:r>
              <a:rPr lang="da-DK" sz="1600" dirty="0"/>
              <a:t>78% er mindre end 100% og derfor er interaktionen negativ</a:t>
            </a:r>
          </a:p>
          <a:p>
            <a:pPr marL="0" indent="0">
              <a:buNone/>
            </a:pPr>
            <a:endParaRPr lang="da-DK" sz="1600" dirty="0"/>
          </a:p>
        </p:txBody>
      </p:sp>
      <p:pic>
        <p:nvPicPr>
          <p:cNvPr id="5" name="Picture 4">
            <a:extLst>
              <a:ext uri="{FF2B5EF4-FFF2-40B4-BE49-F238E27FC236}">
                <a16:creationId xmlns:a16="http://schemas.microsoft.com/office/drawing/2014/main" id="{3BC5987D-1090-763A-38DF-CD69952E14D7}"/>
              </a:ext>
            </a:extLst>
          </p:cNvPr>
          <p:cNvPicPr>
            <a:picLocks noChangeAspect="1"/>
          </p:cNvPicPr>
          <p:nvPr/>
        </p:nvPicPr>
        <p:blipFill>
          <a:blip r:embed="rId3"/>
          <a:stretch>
            <a:fillRect/>
          </a:stretch>
        </p:blipFill>
        <p:spPr>
          <a:xfrm>
            <a:off x="6955037" y="2272100"/>
            <a:ext cx="4398763" cy="1156900"/>
          </a:xfrm>
          <a:prstGeom prst="rect">
            <a:avLst/>
          </a:prstGeom>
        </p:spPr>
      </p:pic>
      <p:pic>
        <p:nvPicPr>
          <p:cNvPr id="7" name="Picture 6">
            <a:extLst>
              <a:ext uri="{FF2B5EF4-FFF2-40B4-BE49-F238E27FC236}">
                <a16:creationId xmlns:a16="http://schemas.microsoft.com/office/drawing/2014/main" id="{C3C597A2-55BE-6169-113C-E1C0023442BC}"/>
              </a:ext>
            </a:extLst>
          </p:cNvPr>
          <p:cNvPicPr>
            <a:picLocks noChangeAspect="1"/>
          </p:cNvPicPr>
          <p:nvPr/>
        </p:nvPicPr>
        <p:blipFill>
          <a:blip r:embed="rId4"/>
          <a:stretch>
            <a:fillRect/>
          </a:stretch>
        </p:blipFill>
        <p:spPr>
          <a:xfrm>
            <a:off x="6955037" y="4001294"/>
            <a:ext cx="3686689" cy="1600423"/>
          </a:xfrm>
          <a:prstGeom prst="rect">
            <a:avLst/>
          </a:prstGeom>
        </p:spPr>
      </p:pic>
    </p:spTree>
    <p:extLst>
      <p:ext uri="{BB962C8B-B14F-4D97-AF65-F5344CB8AC3E}">
        <p14:creationId xmlns:p14="http://schemas.microsoft.com/office/powerpoint/2010/main" val="4153429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C3EA1A-4F20-694B-80C1-9BE03FDC8CF1}"/>
              </a:ext>
            </a:extLst>
          </p:cNvPr>
          <p:cNvSpPr txBox="1"/>
          <p:nvPr/>
        </p:nvSpPr>
        <p:spPr>
          <a:xfrm>
            <a:off x="7637929" y="4184725"/>
            <a:ext cx="3393142" cy="1477328"/>
          </a:xfrm>
          <a:prstGeom prst="rect">
            <a:avLst/>
          </a:prstGeom>
          <a:noFill/>
        </p:spPr>
        <p:txBody>
          <a:bodyPr wrap="square" rtlCol="0">
            <a:spAutoFit/>
          </a:bodyPr>
          <a:lstStyle/>
          <a:p>
            <a:r>
              <a:rPr lang="da-DK" dirty="0"/>
              <a:t>Tabel generet i Copilot. Prompt: </a:t>
            </a:r>
            <a:r>
              <a:rPr lang="da-DK" i="1" dirty="0"/>
              <a:t>”Lav en pædagogisk simpel tabel som redegøre for forskellen ml. additiv og multiplikation interaktions skala” </a:t>
            </a:r>
          </a:p>
        </p:txBody>
      </p:sp>
      <mc:AlternateContent xmlns:mc="http://schemas.openxmlformats.org/markup-compatibility/2006">
        <mc:Choice xmlns:a14="http://schemas.microsoft.com/office/drawing/2010/main" Requires="a14">
          <p:graphicFrame>
            <p:nvGraphicFramePr>
              <p:cNvPr id="8" name="Content Placeholder 7">
                <a:extLst>
                  <a:ext uri="{FF2B5EF4-FFF2-40B4-BE49-F238E27FC236}">
                    <a16:creationId xmlns:a16="http://schemas.microsoft.com/office/drawing/2014/main" id="{7B1A842C-58B7-B418-922A-06470416EE47}"/>
                  </a:ext>
                </a:extLst>
              </p:cNvPr>
              <p:cNvGraphicFramePr>
                <a:graphicFrameLocks noGrp="1"/>
              </p:cNvGraphicFramePr>
              <p:nvPr>
                <p:ph idx="1"/>
                <p:extLst>
                  <p:ext uri="{D42A27DB-BD31-4B8C-83A1-F6EECF244321}">
                    <p14:modId xmlns:p14="http://schemas.microsoft.com/office/powerpoint/2010/main" val="844919705"/>
                  </p:ext>
                </p:extLst>
              </p:nvPr>
            </p:nvGraphicFramePr>
            <p:xfrm>
              <a:off x="698350" y="274529"/>
              <a:ext cx="6653544" cy="6308942"/>
            </p:xfrm>
            <a:graphic>
              <a:graphicData uri="http://schemas.openxmlformats.org/drawingml/2006/table">
                <a:tbl>
                  <a:tblPr/>
                  <a:tblGrid>
                    <a:gridCol w="2217848">
                      <a:extLst>
                        <a:ext uri="{9D8B030D-6E8A-4147-A177-3AD203B41FA5}">
                          <a16:colId xmlns:a16="http://schemas.microsoft.com/office/drawing/2014/main" val="4006765068"/>
                        </a:ext>
                      </a:extLst>
                    </a:gridCol>
                    <a:gridCol w="2217848">
                      <a:extLst>
                        <a:ext uri="{9D8B030D-6E8A-4147-A177-3AD203B41FA5}">
                          <a16:colId xmlns:a16="http://schemas.microsoft.com/office/drawing/2014/main" val="1864190185"/>
                        </a:ext>
                      </a:extLst>
                    </a:gridCol>
                    <a:gridCol w="2217848">
                      <a:extLst>
                        <a:ext uri="{9D8B030D-6E8A-4147-A177-3AD203B41FA5}">
                          <a16:colId xmlns:a16="http://schemas.microsoft.com/office/drawing/2014/main" val="2845328366"/>
                        </a:ext>
                      </a:extLst>
                    </a:gridCol>
                  </a:tblGrid>
                  <a:tr h="256589">
                    <a:tc>
                      <a:txBody>
                        <a:bodyPr/>
                        <a:lstStyle/>
                        <a:p>
                          <a:pPr>
                            <a:buNone/>
                          </a:pPr>
                          <a:r>
                            <a:rPr lang="da-DK" sz="1700" b="1">
                              <a:effectLst/>
                            </a:rPr>
                            <a:t>Dimension</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b="1" dirty="0">
                              <a:effectLst/>
                            </a:rPr>
                            <a:t>Additiv interaktion</a:t>
                          </a:r>
                          <a:endParaRPr lang="da-DK" sz="1700" dirty="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b="1" dirty="0" err="1">
                              <a:effectLst/>
                            </a:rPr>
                            <a:t>Multiplikativ</a:t>
                          </a:r>
                          <a:r>
                            <a:rPr lang="da-DK" sz="1700" b="1" dirty="0">
                              <a:effectLst/>
                            </a:rPr>
                            <a:t> interaktion</a:t>
                          </a:r>
                          <a:endParaRPr lang="da-DK" sz="1700" dirty="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621238143"/>
                      </a:ext>
                    </a:extLst>
                  </a:tr>
                  <a:tr h="449030">
                    <a:tc>
                      <a:txBody>
                        <a:bodyPr/>
                        <a:lstStyle/>
                        <a:p>
                          <a:pPr>
                            <a:buNone/>
                          </a:pPr>
                          <a:r>
                            <a:rPr lang="da-DK" sz="1700" b="1">
                              <a:effectLst/>
                            </a:rPr>
                            <a:t>Hvad måles?</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Forskel i </a:t>
                          </a:r>
                          <a:r>
                            <a:rPr lang="da-DK" sz="1700" i="1">
                              <a:effectLst/>
                            </a:rPr>
                            <a:t>absolut risiko</a:t>
                          </a:r>
                          <a:r>
                            <a:rPr lang="da-DK" sz="1700">
                              <a:effectLst/>
                            </a:rPr>
                            <a:t> (risikodifferencer).</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sv-SE" sz="1700">
                              <a:effectLst/>
                            </a:rPr>
                            <a:t>Forskel i </a:t>
                          </a:r>
                          <a:r>
                            <a:rPr lang="sv-SE" sz="1700" i="1">
                              <a:effectLst/>
                            </a:rPr>
                            <a:t>relative risici</a:t>
                          </a:r>
                          <a:r>
                            <a:rPr lang="sv-SE" sz="1700">
                              <a:effectLst/>
                            </a:rPr>
                            <a:t> (risk ratios/odds ratios).</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2102680"/>
                      </a:ext>
                    </a:extLst>
                  </a:tr>
                  <a:tr h="641472">
                    <a:tc>
                      <a:txBody>
                        <a:bodyPr/>
                        <a:lstStyle/>
                        <a:p>
                          <a:pPr>
                            <a:buNone/>
                          </a:pPr>
                          <a:r>
                            <a:rPr lang="da-DK" sz="1700" b="1">
                              <a:effectLst/>
                            </a:rPr>
                            <a:t>Matematisk idé</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Ser på om den kombinerede effekt er </a:t>
                          </a:r>
                          <a:r>
                            <a:rPr lang="da-DK" sz="1700" b="1">
                              <a:effectLst/>
                            </a:rPr>
                            <a:t>større end summen</a:t>
                          </a:r>
                          <a:r>
                            <a:rPr lang="da-DK" sz="1700">
                              <a:effectLst/>
                            </a:rPr>
                            <a:t> af enkeltsbidrag.</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dirty="0">
                              <a:effectLst/>
                            </a:rPr>
                            <a:t>Ser på om den kombinerede effekt er </a:t>
                          </a:r>
                          <a:r>
                            <a:rPr lang="da-DK" sz="1700" b="1" dirty="0">
                              <a:effectLst/>
                            </a:rPr>
                            <a:t>større end produktet</a:t>
                          </a:r>
                          <a:r>
                            <a:rPr lang="da-DK" sz="1700" dirty="0">
                              <a:effectLst/>
                            </a:rPr>
                            <a:t> af </a:t>
                          </a:r>
                          <a:r>
                            <a:rPr lang="da-DK" sz="1700" dirty="0" err="1">
                              <a:effectLst/>
                            </a:rPr>
                            <a:t>enkeltsbidrag</a:t>
                          </a:r>
                          <a:r>
                            <a:rPr lang="da-DK" sz="1700" dirty="0">
                              <a:effectLst/>
                            </a:rPr>
                            <a:t>.</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500091627"/>
                      </a:ext>
                    </a:extLst>
                  </a:tr>
                  <a:tr h="256589">
                    <a:tc>
                      <a:txBody>
                        <a:bodyPr/>
                        <a:lstStyle/>
                        <a:p>
                          <a:pPr>
                            <a:buNone/>
                          </a:pPr>
                          <a:r>
                            <a:rPr lang="da-DK" sz="1700" b="1">
                              <a:effectLst/>
                            </a:rPr>
                            <a:t>Formel</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14:m>
                            <m:oMathPara xmlns:m="http://schemas.openxmlformats.org/officeDocument/2006/math">
                              <m:oMathParaPr>
                                <m:jc m:val="centerGroup"/>
                              </m:oMathParaPr>
                              <m:oMath xmlns:m="http://schemas.openxmlformats.org/officeDocument/2006/math">
                                <m:sSub>
                                  <m:sSubPr>
                                    <m:ctrlPr>
                                      <a:rPr lang="ar-AE" sz="1700">
                                        <a:latin typeface="Cambria Math" panose="02040503050406030204" pitchFamily="18" charset="0"/>
                                      </a:rPr>
                                    </m:ctrlPr>
                                  </m:sSubPr>
                                  <m:e>
                                    <m:r>
                                      <a:rPr lang="ar-AE" sz="1700" i="1">
                                        <a:latin typeface="Cambria Math" panose="02040503050406030204" pitchFamily="18" charset="0"/>
                                      </a:rPr>
                                      <m:t>𝑝</m:t>
                                    </m:r>
                                  </m:e>
                                  <m:sub>
                                    <m:r>
                                      <a:rPr lang="ar-AE" sz="1700" i="0">
                                        <a:latin typeface="Cambria Math" panose="02040503050406030204" pitchFamily="18" charset="0"/>
                                      </a:rPr>
                                      <m:t>11</m:t>
                                    </m:r>
                                  </m:sub>
                                </m:sSub>
                                <m:r>
                                  <a:rPr lang="ar-AE" sz="1700" i="0">
                                    <a:latin typeface="Cambria Math" panose="02040503050406030204" pitchFamily="18" charset="0"/>
                                  </a:rPr>
                                  <m:t>−</m:t>
                                </m:r>
                                <m:sSub>
                                  <m:sSubPr>
                                    <m:ctrlPr>
                                      <a:rPr lang="ar-AE" sz="1700" i="1">
                                        <a:latin typeface="Cambria Math" panose="02040503050406030204" pitchFamily="18" charset="0"/>
                                      </a:rPr>
                                    </m:ctrlPr>
                                  </m:sSubPr>
                                  <m:e>
                                    <m:r>
                                      <a:rPr lang="ar-AE" sz="1700" i="1">
                                        <a:latin typeface="Cambria Math" panose="02040503050406030204" pitchFamily="18" charset="0"/>
                                      </a:rPr>
                                      <m:t>𝑝</m:t>
                                    </m:r>
                                  </m:e>
                                  <m:sub>
                                    <m:r>
                                      <a:rPr lang="ar-AE" sz="1700" i="0">
                                        <a:latin typeface="Cambria Math" panose="02040503050406030204" pitchFamily="18" charset="0"/>
                                      </a:rPr>
                                      <m:t>10</m:t>
                                    </m:r>
                                  </m:sub>
                                </m:sSub>
                                <m:r>
                                  <a:rPr lang="ar-AE" sz="1700" i="0">
                                    <a:latin typeface="Cambria Math" panose="02040503050406030204" pitchFamily="18" charset="0"/>
                                  </a:rPr>
                                  <m:t>−</m:t>
                                </m:r>
                                <m:sSub>
                                  <m:sSubPr>
                                    <m:ctrlPr>
                                      <a:rPr lang="ar-AE" sz="1700" i="1">
                                        <a:latin typeface="Cambria Math" panose="02040503050406030204" pitchFamily="18" charset="0"/>
                                      </a:rPr>
                                    </m:ctrlPr>
                                  </m:sSubPr>
                                  <m:e>
                                    <m:r>
                                      <a:rPr lang="ar-AE" sz="1700" i="1">
                                        <a:latin typeface="Cambria Math" panose="02040503050406030204" pitchFamily="18" charset="0"/>
                                      </a:rPr>
                                      <m:t>𝑝</m:t>
                                    </m:r>
                                  </m:e>
                                  <m:sub>
                                    <m:r>
                                      <a:rPr lang="ar-AE" sz="1700" i="0">
                                        <a:latin typeface="Cambria Math" panose="02040503050406030204" pitchFamily="18" charset="0"/>
                                      </a:rPr>
                                      <m:t>01</m:t>
                                    </m:r>
                                  </m:sub>
                                </m:sSub>
                                <m:r>
                                  <a:rPr lang="ar-AE" sz="1700" i="0">
                                    <a:latin typeface="Cambria Math" panose="02040503050406030204" pitchFamily="18" charset="0"/>
                                  </a:rPr>
                                  <m:t>+</m:t>
                                </m:r>
                                <m:sSub>
                                  <m:sSubPr>
                                    <m:ctrlPr>
                                      <a:rPr lang="ar-AE" sz="1700" i="1">
                                        <a:latin typeface="Cambria Math" panose="02040503050406030204" pitchFamily="18" charset="0"/>
                                      </a:rPr>
                                    </m:ctrlPr>
                                  </m:sSubPr>
                                  <m:e>
                                    <m:r>
                                      <a:rPr lang="ar-AE" sz="1700" i="1">
                                        <a:latin typeface="Cambria Math" panose="02040503050406030204" pitchFamily="18" charset="0"/>
                                      </a:rPr>
                                      <m:t>𝑝</m:t>
                                    </m:r>
                                  </m:e>
                                  <m:sub>
                                    <m:r>
                                      <a:rPr lang="ar-AE" sz="1700" i="0">
                                        <a:latin typeface="Cambria Math" panose="02040503050406030204" pitchFamily="18" charset="0"/>
                                      </a:rPr>
                                      <m:t>00</m:t>
                                    </m:r>
                                  </m:sub>
                                </m:sSub>
                              </m:oMath>
                            </m:oMathPara>
                          </a14:m>
                          <a:endParaRPr lang="ar-AE" sz="1700" dirty="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14:m>
                            <m:oMathPara xmlns:m="http://schemas.openxmlformats.org/officeDocument/2006/math">
                              <m:oMathParaPr>
                                <m:jc m:val="centerGroup"/>
                              </m:oMathParaPr>
                              <m:oMath xmlns:m="http://schemas.openxmlformats.org/officeDocument/2006/math">
                                <m:r>
                                  <a:rPr lang="ar-AE" sz="1700" i="1">
                                    <a:latin typeface="Cambria Math" panose="02040503050406030204" pitchFamily="18" charset="0"/>
                                  </a:rPr>
                                  <m:t>𝑅</m:t>
                                </m:r>
                                <m:sSub>
                                  <m:sSubPr>
                                    <m:ctrlPr>
                                      <a:rPr lang="ar-AE" sz="1700" i="1">
                                        <a:latin typeface="Cambria Math" panose="02040503050406030204" pitchFamily="18" charset="0"/>
                                      </a:rPr>
                                    </m:ctrlPr>
                                  </m:sSubPr>
                                  <m:e>
                                    <m:r>
                                      <a:rPr lang="ar-AE" sz="1700" i="1">
                                        <a:latin typeface="Cambria Math" panose="02040503050406030204" pitchFamily="18" charset="0"/>
                                      </a:rPr>
                                      <m:t>𝑅</m:t>
                                    </m:r>
                                  </m:e>
                                  <m:sub>
                                    <m:r>
                                      <a:rPr lang="ar-AE" sz="1700" i="0">
                                        <a:latin typeface="Cambria Math" panose="02040503050406030204" pitchFamily="18" charset="0"/>
                                      </a:rPr>
                                      <m:t>11</m:t>
                                    </m:r>
                                  </m:sub>
                                </m:sSub>
                                <m:r>
                                  <a:rPr lang="ar-AE" sz="1700" i="0">
                                    <a:latin typeface="Cambria Math" panose="02040503050406030204" pitchFamily="18" charset="0"/>
                                  </a:rPr>
                                  <m:t>/</m:t>
                                </m:r>
                                <m:d>
                                  <m:dPr>
                                    <m:ctrlPr>
                                      <a:rPr lang="ar-AE" sz="1700" i="1">
                                        <a:latin typeface="Cambria Math" panose="02040503050406030204" pitchFamily="18" charset="0"/>
                                      </a:rPr>
                                    </m:ctrlPr>
                                  </m:dPr>
                                  <m:e>
                                    <m:r>
                                      <a:rPr lang="ar-AE" sz="1700" i="1">
                                        <a:latin typeface="Cambria Math" panose="02040503050406030204" pitchFamily="18" charset="0"/>
                                      </a:rPr>
                                      <m:t>𝑅</m:t>
                                    </m:r>
                                    <m:sSub>
                                      <m:sSubPr>
                                        <m:ctrlPr>
                                          <a:rPr lang="ar-AE" sz="1700" i="1">
                                            <a:latin typeface="Cambria Math" panose="02040503050406030204" pitchFamily="18" charset="0"/>
                                          </a:rPr>
                                        </m:ctrlPr>
                                      </m:sSubPr>
                                      <m:e>
                                        <m:r>
                                          <a:rPr lang="ar-AE" sz="1700" i="1">
                                            <a:latin typeface="Cambria Math" panose="02040503050406030204" pitchFamily="18" charset="0"/>
                                          </a:rPr>
                                          <m:t>𝑅</m:t>
                                        </m:r>
                                      </m:e>
                                      <m:sub>
                                        <m:r>
                                          <a:rPr lang="ar-AE" sz="1700" i="0">
                                            <a:latin typeface="Cambria Math" panose="02040503050406030204" pitchFamily="18" charset="0"/>
                                          </a:rPr>
                                          <m:t>10</m:t>
                                        </m:r>
                                      </m:sub>
                                    </m:sSub>
                                    <m:r>
                                      <a:rPr lang="ar-AE" sz="1700" i="0">
                                        <a:latin typeface="Cambria Math" panose="02040503050406030204" pitchFamily="18" charset="0"/>
                                      </a:rPr>
                                      <m:t>⋅</m:t>
                                    </m:r>
                                    <m:r>
                                      <a:rPr lang="ar-AE" sz="1700" i="1">
                                        <a:latin typeface="Cambria Math" panose="02040503050406030204" pitchFamily="18" charset="0"/>
                                      </a:rPr>
                                      <m:t>𝑅</m:t>
                                    </m:r>
                                    <m:sSub>
                                      <m:sSubPr>
                                        <m:ctrlPr>
                                          <a:rPr lang="ar-AE" sz="1700" i="1">
                                            <a:latin typeface="Cambria Math" panose="02040503050406030204" pitchFamily="18" charset="0"/>
                                          </a:rPr>
                                        </m:ctrlPr>
                                      </m:sSubPr>
                                      <m:e>
                                        <m:r>
                                          <a:rPr lang="ar-AE" sz="1700" i="1">
                                            <a:latin typeface="Cambria Math" panose="02040503050406030204" pitchFamily="18" charset="0"/>
                                          </a:rPr>
                                          <m:t>𝑅</m:t>
                                        </m:r>
                                      </m:e>
                                      <m:sub>
                                        <m:r>
                                          <a:rPr lang="ar-AE" sz="1700" i="0">
                                            <a:latin typeface="Cambria Math" panose="02040503050406030204" pitchFamily="18" charset="0"/>
                                          </a:rPr>
                                          <m:t>01</m:t>
                                        </m:r>
                                      </m:sub>
                                    </m:sSub>
                                  </m:e>
                                </m:d>
                              </m:oMath>
                            </m:oMathPara>
                          </a14:m>
                          <a:endParaRPr lang="ar-AE"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399822462"/>
                      </a:ext>
                    </a:extLst>
                  </a:tr>
                  <a:tr h="449030">
                    <a:tc>
                      <a:txBody>
                        <a:bodyPr/>
                        <a:lstStyle/>
                        <a:p>
                          <a:pPr>
                            <a:buNone/>
                          </a:pPr>
                          <a:r>
                            <a:rPr lang="da-DK" sz="1700" b="1">
                              <a:effectLst/>
                            </a:rPr>
                            <a:t>Fortolkning af &gt;0 / &gt;1</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&gt;0 = </a:t>
                          </a:r>
                          <a:r>
                            <a:rPr lang="da-DK" sz="1700" i="1">
                              <a:effectLst/>
                            </a:rPr>
                            <a:t>super-additiv</a:t>
                          </a:r>
                          <a:r>
                            <a:rPr lang="da-DK" sz="1700">
                              <a:effectLst/>
                            </a:rPr>
                            <a:t> (flere ekstra tilfælde end forventet).</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&gt;1 = </a:t>
                          </a:r>
                          <a:r>
                            <a:rPr lang="da-DK" sz="1700" i="1">
                              <a:effectLst/>
                            </a:rPr>
                            <a:t>super-multiplikativ</a:t>
                          </a:r>
                          <a:r>
                            <a:rPr lang="da-DK" sz="1700">
                              <a:effectLst/>
                            </a:rPr>
                            <a:t> (større relativ risiko end forventet).</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54970548"/>
                      </a:ext>
                    </a:extLst>
                  </a:tr>
                  <a:tr h="449030">
                    <a:tc>
                      <a:txBody>
                        <a:bodyPr/>
                        <a:lstStyle/>
                        <a:p>
                          <a:pPr>
                            <a:buNone/>
                          </a:pPr>
                          <a:r>
                            <a:rPr lang="da-DK" sz="1700" b="1">
                              <a:effectLst/>
                            </a:rPr>
                            <a:t>Hvad bruges det til?</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Folkesundhed, interventioner, sygdomsbyrde.</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Ætiologi, statistisk modellering, biologiske mekanismer.</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281594123"/>
                      </a:ext>
                    </a:extLst>
                  </a:tr>
                  <a:tr h="449030">
                    <a:tc>
                      <a:txBody>
                        <a:bodyPr/>
                        <a:lstStyle/>
                        <a:p>
                          <a:pPr>
                            <a:buNone/>
                          </a:pPr>
                          <a:r>
                            <a:rPr lang="da-DK" sz="1700" b="1">
                              <a:effectLst/>
                            </a:rPr>
                            <a:t>Følsom over for baseline-risk?</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Ja, fordi risikoforskelle afhænger af grundrisikoen.</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dirty="0">
                              <a:effectLst/>
                            </a:rPr>
                            <a:t>Nej, beskriver relative ændringer uafhængigt af grundrisiko.</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140450808"/>
                      </a:ext>
                    </a:extLst>
                  </a:tr>
                </a:tbl>
              </a:graphicData>
            </a:graphic>
          </p:graphicFrame>
        </mc:Choice>
        <mc:Fallback>
          <p:graphicFrame>
            <p:nvGraphicFramePr>
              <p:cNvPr id="8" name="Content Placeholder 7">
                <a:extLst>
                  <a:ext uri="{FF2B5EF4-FFF2-40B4-BE49-F238E27FC236}">
                    <a16:creationId xmlns:a16="http://schemas.microsoft.com/office/drawing/2014/main" id="{7B1A842C-58B7-B418-922A-06470416EE47}"/>
                  </a:ext>
                </a:extLst>
              </p:cNvPr>
              <p:cNvGraphicFramePr>
                <a:graphicFrameLocks noGrp="1"/>
              </p:cNvGraphicFramePr>
              <p:nvPr>
                <p:ph idx="1"/>
                <p:extLst>
                  <p:ext uri="{D42A27DB-BD31-4B8C-83A1-F6EECF244321}">
                    <p14:modId xmlns:p14="http://schemas.microsoft.com/office/powerpoint/2010/main" val="844919705"/>
                  </p:ext>
                </p:extLst>
              </p:nvPr>
            </p:nvGraphicFramePr>
            <p:xfrm>
              <a:off x="698350" y="274529"/>
              <a:ext cx="6653544" cy="6308942"/>
            </p:xfrm>
            <a:graphic>
              <a:graphicData uri="http://schemas.openxmlformats.org/drawingml/2006/table">
                <a:tbl>
                  <a:tblPr/>
                  <a:tblGrid>
                    <a:gridCol w="2217848">
                      <a:extLst>
                        <a:ext uri="{9D8B030D-6E8A-4147-A177-3AD203B41FA5}">
                          <a16:colId xmlns:a16="http://schemas.microsoft.com/office/drawing/2014/main" val="4006765068"/>
                        </a:ext>
                      </a:extLst>
                    </a:gridCol>
                    <a:gridCol w="2217848">
                      <a:extLst>
                        <a:ext uri="{9D8B030D-6E8A-4147-A177-3AD203B41FA5}">
                          <a16:colId xmlns:a16="http://schemas.microsoft.com/office/drawing/2014/main" val="1864190185"/>
                        </a:ext>
                      </a:extLst>
                    </a:gridCol>
                    <a:gridCol w="2217848">
                      <a:extLst>
                        <a:ext uri="{9D8B030D-6E8A-4147-A177-3AD203B41FA5}">
                          <a16:colId xmlns:a16="http://schemas.microsoft.com/office/drawing/2014/main" val="2845328366"/>
                        </a:ext>
                      </a:extLst>
                    </a:gridCol>
                  </a:tblGrid>
                  <a:tr h="605186">
                    <a:tc>
                      <a:txBody>
                        <a:bodyPr/>
                        <a:lstStyle/>
                        <a:p>
                          <a:pPr>
                            <a:buNone/>
                          </a:pPr>
                          <a:r>
                            <a:rPr lang="da-DK" sz="1700" b="1">
                              <a:effectLst/>
                            </a:rPr>
                            <a:t>Dimension</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b="1" dirty="0">
                              <a:effectLst/>
                            </a:rPr>
                            <a:t>Additiv interaktion</a:t>
                          </a:r>
                          <a:endParaRPr lang="da-DK" sz="1700" dirty="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b="1" dirty="0" err="1">
                              <a:effectLst/>
                            </a:rPr>
                            <a:t>Multiplikativ</a:t>
                          </a:r>
                          <a:r>
                            <a:rPr lang="da-DK" sz="1700" b="1" dirty="0">
                              <a:effectLst/>
                            </a:rPr>
                            <a:t> interaktion</a:t>
                          </a:r>
                          <a:endParaRPr lang="da-DK" sz="1700" dirty="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621238143"/>
                      </a:ext>
                    </a:extLst>
                  </a:tr>
                  <a:tr h="864266">
                    <a:tc>
                      <a:txBody>
                        <a:bodyPr/>
                        <a:lstStyle/>
                        <a:p>
                          <a:pPr>
                            <a:buNone/>
                          </a:pPr>
                          <a:r>
                            <a:rPr lang="da-DK" sz="1700" b="1">
                              <a:effectLst/>
                            </a:rPr>
                            <a:t>Hvad måles?</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Forskel i </a:t>
                          </a:r>
                          <a:r>
                            <a:rPr lang="da-DK" sz="1700" i="1">
                              <a:effectLst/>
                            </a:rPr>
                            <a:t>absolut risiko</a:t>
                          </a:r>
                          <a:r>
                            <a:rPr lang="da-DK" sz="1700">
                              <a:effectLst/>
                            </a:rPr>
                            <a:t> (risikodifferencer).</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sv-SE" sz="1700">
                              <a:effectLst/>
                            </a:rPr>
                            <a:t>Forskel i </a:t>
                          </a:r>
                          <a:r>
                            <a:rPr lang="sv-SE" sz="1700" i="1">
                              <a:effectLst/>
                            </a:rPr>
                            <a:t>relative risici</a:t>
                          </a:r>
                          <a:r>
                            <a:rPr lang="sv-SE" sz="1700">
                              <a:effectLst/>
                            </a:rPr>
                            <a:t> (risk ratios/odds ratios).</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2102680"/>
                      </a:ext>
                    </a:extLst>
                  </a:tr>
                  <a:tr h="1123346">
                    <a:tc>
                      <a:txBody>
                        <a:bodyPr/>
                        <a:lstStyle/>
                        <a:p>
                          <a:pPr>
                            <a:buNone/>
                          </a:pPr>
                          <a:r>
                            <a:rPr lang="da-DK" sz="1700" b="1">
                              <a:effectLst/>
                            </a:rPr>
                            <a:t>Matematisk idé</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Ser på om den kombinerede effekt er </a:t>
                          </a:r>
                          <a:r>
                            <a:rPr lang="da-DK" sz="1700" b="1">
                              <a:effectLst/>
                            </a:rPr>
                            <a:t>større end summen</a:t>
                          </a:r>
                          <a:r>
                            <a:rPr lang="da-DK" sz="1700">
                              <a:effectLst/>
                            </a:rPr>
                            <a:t> af enkeltsbidrag.</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dirty="0">
                              <a:effectLst/>
                            </a:rPr>
                            <a:t>Ser på om den kombinerede effekt er </a:t>
                          </a:r>
                          <a:r>
                            <a:rPr lang="da-DK" sz="1700" b="1" dirty="0">
                              <a:effectLst/>
                            </a:rPr>
                            <a:t>større end produktet</a:t>
                          </a:r>
                          <a:r>
                            <a:rPr lang="da-DK" sz="1700" dirty="0">
                              <a:effectLst/>
                            </a:rPr>
                            <a:t> af </a:t>
                          </a:r>
                          <a:r>
                            <a:rPr lang="da-DK" sz="1700" dirty="0" err="1">
                              <a:effectLst/>
                            </a:rPr>
                            <a:t>enkeltsbidrag</a:t>
                          </a:r>
                          <a:r>
                            <a:rPr lang="da-DK" sz="1700" dirty="0">
                              <a:effectLst/>
                            </a:rPr>
                            <a:t>.</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500091627"/>
                      </a:ext>
                    </a:extLst>
                  </a:tr>
                  <a:tr h="346106">
                    <a:tc>
                      <a:txBody>
                        <a:bodyPr/>
                        <a:lstStyle/>
                        <a:p>
                          <a:pPr>
                            <a:buNone/>
                          </a:pPr>
                          <a:r>
                            <a:rPr lang="da-DK" sz="1700" b="1">
                              <a:effectLst/>
                            </a:rPr>
                            <a:t>Formel</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endParaRPr lang="da-DK"/>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blipFill>
                          <a:blip r:embed="rId2"/>
                          <a:stretch>
                            <a:fillRect l="-100000" t="-750877" r="-100000" b="-994737"/>
                          </a:stretch>
                        </a:blipFill>
                      </a:tcPr>
                    </a:tc>
                    <a:tc>
                      <a:txBody>
                        <a:bodyPr/>
                        <a:lstStyle/>
                        <a:p>
                          <a:endParaRPr lang="da-DK"/>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blipFill>
                          <a:blip r:embed="rId2"/>
                          <a:stretch>
                            <a:fillRect l="-200549" t="-750877" r="-275" b="-994737"/>
                          </a:stretch>
                        </a:blipFill>
                      </a:tcPr>
                    </a:tc>
                    <a:extLst>
                      <a:ext uri="{0D108BD9-81ED-4DB2-BD59-A6C34878D82A}">
                        <a16:rowId xmlns:a16="http://schemas.microsoft.com/office/drawing/2014/main" val="2399822462"/>
                      </a:ext>
                    </a:extLst>
                  </a:tr>
                  <a:tr h="1123346">
                    <a:tc>
                      <a:txBody>
                        <a:bodyPr/>
                        <a:lstStyle/>
                        <a:p>
                          <a:pPr>
                            <a:buNone/>
                          </a:pPr>
                          <a:r>
                            <a:rPr lang="da-DK" sz="1700" b="1">
                              <a:effectLst/>
                            </a:rPr>
                            <a:t>Fortolkning af &gt;0 / &gt;1</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&gt;0 = </a:t>
                          </a:r>
                          <a:r>
                            <a:rPr lang="da-DK" sz="1700" i="1">
                              <a:effectLst/>
                            </a:rPr>
                            <a:t>super-additiv</a:t>
                          </a:r>
                          <a:r>
                            <a:rPr lang="da-DK" sz="1700">
                              <a:effectLst/>
                            </a:rPr>
                            <a:t> (flere ekstra tilfælde end forventet).</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&gt;1 = </a:t>
                          </a:r>
                          <a:r>
                            <a:rPr lang="da-DK" sz="1700" i="1">
                              <a:effectLst/>
                            </a:rPr>
                            <a:t>super-multiplikativ</a:t>
                          </a:r>
                          <a:r>
                            <a:rPr lang="da-DK" sz="1700">
                              <a:effectLst/>
                            </a:rPr>
                            <a:t> (større relativ risiko end forventet).</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54970548"/>
                      </a:ext>
                    </a:extLst>
                  </a:tr>
                  <a:tr h="1123346">
                    <a:tc>
                      <a:txBody>
                        <a:bodyPr/>
                        <a:lstStyle/>
                        <a:p>
                          <a:pPr>
                            <a:buNone/>
                          </a:pPr>
                          <a:r>
                            <a:rPr lang="da-DK" sz="1700" b="1">
                              <a:effectLst/>
                            </a:rPr>
                            <a:t>Hvad bruges det til?</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Folkesundhed, interventioner, sygdomsbyrde.</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Ætiologi, statistisk modellering, biologiske mekanismer.</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281594123"/>
                      </a:ext>
                    </a:extLst>
                  </a:tr>
                  <a:tr h="1123346">
                    <a:tc>
                      <a:txBody>
                        <a:bodyPr/>
                        <a:lstStyle/>
                        <a:p>
                          <a:pPr>
                            <a:buNone/>
                          </a:pPr>
                          <a:r>
                            <a:rPr lang="da-DK" sz="1700" b="1">
                              <a:effectLst/>
                            </a:rPr>
                            <a:t>Følsom over for baseline-risk?</a:t>
                          </a:r>
                          <a:endParaRPr lang="da-DK" sz="1700">
                            <a:effectLst/>
                          </a:endParaRP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a:effectLst/>
                            </a:rPr>
                            <a:t>Ja, fordi risikoforskelle afhænger af grundrisikoen.</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da-DK" sz="1700" dirty="0">
                              <a:effectLst/>
                            </a:rPr>
                            <a:t>Nej, beskriver relative ændringer uafhængigt af grundrisiko.</a:t>
                          </a:r>
                        </a:p>
                      </a:txBody>
                      <a:tcPr marL="87027" marR="87027" marT="43513" marB="43513"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140450808"/>
                      </a:ext>
                    </a:extLst>
                  </a:tr>
                </a:tbl>
              </a:graphicData>
            </a:graphic>
          </p:graphicFrame>
        </mc:Fallback>
      </mc:AlternateContent>
    </p:spTree>
    <p:extLst>
      <p:ext uri="{BB962C8B-B14F-4D97-AF65-F5344CB8AC3E}">
        <p14:creationId xmlns:p14="http://schemas.microsoft.com/office/powerpoint/2010/main" val="3672107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4B34B1-5BAD-9FF6-E19D-AA7E9A3F548F}"/>
              </a:ext>
            </a:extLst>
          </p:cNvPr>
          <p:cNvPicPr>
            <a:picLocks noGrp="1" noChangeAspect="1"/>
          </p:cNvPicPr>
          <p:nvPr>
            <p:ph idx="1"/>
          </p:nvPr>
        </p:nvPicPr>
        <p:blipFill>
          <a:blip r:embed="rId3"/>
          <a:stretch>
            <a:fillRect/>
          </a:stretch>
        </p:blipFill>
        <p:spPr>
          <a:xfrm>
            <a:off x="695699" y="1902193"/>
            <a:ext cx="5077534" cy="1810003"/>
          </a:xfrm>
          <a:prstGeom prst="rect">
            <a:avLst/>
          </a:prstGeom>
        </p:spPr>
      </p:pic>
      <p:sp>
        <p:nvSpPr>
          <p:cNvPr id="7" name="TextBox 6">
            <a:extLst>
              <a:ext uri="{FF2B5EF4-FFF2-40B4-BE49-F238E27FC236}">
                <a16:creationId xmlns:a16="http://schemas.microsoft.com/office/drawing/2014/main" id="{798DFC02-199F-F872-8BBC-34CF4B24AC78}"/>
              </a:ext>
            </a:extLst>
          </p:cNvPr>
          <p:cNvSpPr txBox="1"/>
          <p:nvPr/>
        </p:nvSpPr>
        <p:spPr>
          <a:xfrm>
            <a:off x="1013908" y="678645"/>
            <a:ext cx="10819503" cy="646331"/>
          </a:xfrm>
          <a:prstGeom prst="rect">
            <a:avLst/>
          </a:prstGeom>
          <a:noFill/>
        </p:spPr>
        <p:txBody>
          <a:bodyPr wrap="square">
            <a:spAutoFit/>
          </a:bodyPr>
          <a:lstStyle/>
          <a:p>
            <a:r>
              <a:rPr lang="da-DK" dirty="0"/>
              <a:t>3.c I afsnit 1.7 diskuteres to forskellige måder at præsentere resultaterne på (Tabel m5 og Tabel 6). Hvordan skal resultaterne fortolkes i de to tabeller?</a:t>
            </a:r>
          </a:p>
        </p:txBody>
      </p:sp>
      <p:pic>
        <p:nvPicPr>
          <p:cNvPr id="9" name="Picture 8">
            <a:extLst>
              <a:ext uri="{FF2B5EF4-FFF2-40B4-BE49-F238E27FC236}">
                <a16:creationId xmlns:a16="http://schemas.microsoft.com/office/drawing/2014/main" id="{FF7930D6-3B3B-D06B-727E-AC790B834208}"/>
              </a:ext>
            </a:extLst>
          </p:cNvPr>
          <p:cNvPicPr>
            <a:picLocks noChangeAspect="1"/>
          </p:cNvPicPr>
          <p:nvPr/>
        </p:nvPicPr>
        <p:blipFill>
          <a:blip r:embed="rId4"/>
          <a:stretch>
            <a:fillRect/>
          </a:stretch>
        </p:blipFill>
        <p:spPr>
          <a:xfrm>
            <a:off x="6856979" y="1821965"/>
            <a:ext cx="4639322" cy="1771897"/>
          </a:xfrm>
          <a:prstGeom prst="rect">
            <a:avLst/>
          </a:prstGeom>
        </p:spPr>
      </p:pic>
      <p:sp>
        <p:nvSpPr>
          <p:cNvPr id="11" name="TextBox 10">
            <a:extLst>
              <a:ext uri="{FF2B5EF4-FFF2-40B4-BE49-F238E27FC236}">
                <a16:creationId xmlns:a16="http://schemas.microsoft.com/office/drawing/2014/main" id="{678D4F90-65E4-BF7C-3AD4-29BD5B2FDECD}"/>
              </a:ext>
            </a:extLst>
          </p:cNvPr>
          <p:cNvSpPr txBox="1"/>
          <p:nvPr/>
        </p:nvSpPr>
        <p:spPr>
          <a:xfrm>
            <a:off x="817581" y="4090851"/>
            <a:ext cx="10370372" cy="2308324"/>
          </a:xfrm>
          <a:prstGeom prst="rect">
            <a:avLst/>
          </a:prstGeom>
          <a:noFill/>
        </p:spPr>
        <p:txBody>
          <a:bodyPr wrap="square" rtlCol="0">
            <a:spAutoFit/>
          </a:bodyPr>
          <a:lstStyle/>
          <a:p>
            <a:r>
              <a:rPr lang="da-DK" dirty="0"/>
              <a:t>Vi får forskellig information gennem de forskellige tabeller, man skal tænke sig om når man præsentere.</a:t>
            </a:r>
          </a:p>
          <a:p>
            <a:endParaRPr lang="da-DK" dirty="0"/>
          </a:p>
          <a:p>
            <a:r>
              <a:rPr lang="da-DK" dirty="0"/>
              <a:t>Tabel 5 er baseline stratificeret </a:t>
            </a:r>
            <a:r>
              <a:rPr lang="da-DK" dirty="0" err="1"/>
              <a:t>ell</a:t>
            </a:r>
            <a:r>
              <a:rPr lang="da-DK" dirty="0"/>
              <a:t>. separat for ryger/ikke ryger, og vi kan se hvordan asbest har indflydelse. Problemet er at det ikke giver et billede af de overordnede sammenhænge/absolutte risici. </a:t>
            </a:r>
          </a:p>
          <a:p>
            <a:endParaRPr lang="da-DK" dirty="0"/>
          </a:p>
          <a:p>
            <a:r>
              <a:rPr lang="da-DK" dirty="0"/>
              <a:t>Tabel 6 ser vi hvordan risikoen stiger som forventet, vi kan se de enkelte risici og beregne både </a:t>
            </a:r>
            <a:r>
              <a:rPr lang="da-DK" dirty="0" err="1"/>
              <a:t>additive</a:t>
            </a:r>
            <a:r>
              <a:rPr lang="da-DK" dirty="0"/>
              <a:t> og </a:t>
            </a:r>
            <a:r>
              <a:rPr lang="da-DK" dirty="0" err="1"/>
              <a:t>multiplikativ</a:t>
            </a:r>
            <a:r>
              <a:rPr lang="da-DK" dirty="0"/>
              <a:t> sammenhænge.   </a:t>
            </a:r>
          </a:p>
          <a:p>
            <a:endParaRPr lang="da-DK" dirty="0"/>
          </a:p>
        </p:txBody>
      </p:sp>
    </p:spTree>
    <p:extLst>
      <p:ext uri="{BB962C8B-B14F-4D97-AF65-F5344CB8AC3E}">
        <p14:creationId xmlns:p14="http://schemas.microsoft.com/office/powerpoint/2010/main" val="1981420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2159</TotalTime>
  <Words>748</Words>
  <Application>Microsoft Office PowerPoint</Application>
  <PresentationFormat>Widescreen</PresentationFormat>
  <Paragraphs>77</Paragraphs>
  <Slides>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Cambria Math</vt:lpstr>
      <vt:lpstr>Wingdings</vt:lpstr>
      <vt:lpstr>Office Theme</vt:lpstr>
      <vt:lpstr>Biostat 4  </vt:lpstr>
      <vt:lpstr>Recap modelantagelser</vt:lpstr>
      <vt:lpstr>Goodness of fit  </vt:lpstr>
      <vt:lpstr>Omnibus test</vt:lpstr>
      <vt:lpstr>Opgave 3: </vt:lpstr>
      <vt:lpstr>3.a: Kig på Tabel 1 og den omkringliggende tekst i afsnit 1.2. Hvorfor er der tale om en interaktion i dette eksempel? </vt:lpstr>
      <vt:lpstr>3.b: Eksemplet finder forskelle mellem den additive og den multiplikative interaktion. Hvordan skal disse to forskellige effekter fortolkes?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Helle Bruhn</dc:creator>
  <cp:lastModifiedBy>Helle Bruhn</cp:lastModifiedBy>
  <cp:revision>1</cp:revision>
  <dcterms:created xsi:type="dcterms:W3CDTF">2026-02-17T14:50:30Z</dcterms:created>
  <dcterms:modified xsi:type="dcterms:W3CDTF">2026-02-19T09:47:42Z</dcterms:modified>
</cp:coreProperties>
</file>