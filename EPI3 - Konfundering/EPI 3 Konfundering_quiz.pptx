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2.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3.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4.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5.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media/image9.svg" ContentType="image/unknown"/>
  <Override PartName="/ppt/media/image10.svg" ContentType="image/unknown"/>
  <Override PartName="/ppt/media/image11.svg" ContentType="image/unknown"/>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6.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7" r:id="rId2"/>
    <p:sldId id="267" r:id="rId3"/>
    <p:sldId id="263" r:id="rId4"/>
    <p:sldId id="271" r:id="rId5"/>
    <p:sldId id="272" r:id="rId6"/>
    <p:sldId id="275" r:id="rId7"/>
    <p:sldId id="276" r:id="rId8"/>
    <p:sldId id="277" r:id="rId9"/>
    <p:sldId id="278" r:id="rId10"/>
    <p:sldId id="268" r:id="rId11"/>
    <p:sldId id="270" r:id="rId12"/>
    <p:sldId id="266" r:id="rId13"/>
    <p:sldId id="261" r:id="rId14"/>
    <p:sldId id="264" r:id="rId15"/>
    <p:sldId id="279" r:id="rId16"/>
    <p:sldId id="280" r:id="rId17"/>
    <p:sldId id="262" r:id="rId18"/>
    <p:sldId id="265" r:id="rId19"/>
    <p:sldId id="273" r:id="rId20"/>
    <p:sldId id="274" r:id="rId21"/>
    <p:sldId id="281" r:id="rId22"/>
    <p:sldId id="282" r:id="rId23"/>
    <p:sldId id="283" r:id="rId24"/>
  </p:sldIdLst>
  <p:sldSz cx="12192000" cy="6858000"/>
  <p:notesSz cx="6858000" cy="9144000"/>
  <p:custDataLst>
    <p:tags r:id="rId26"/>
  </p:custDataLst>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4E2174-FF71-4641-82CF-39A700FA5559}" v="160" dt="2026-02-24T08:09:45.0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99" d="100"/>
          <a:sy n="99" d="100"/>
        </p:scale>
        <p:origin x="84"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ns-Jakob Kjer Møller" userId="ecba9b24-e9b5-4d68-b011-18c0f20b3743" providerId="ADAL" clId="{A6A2CB1A-029F-4BB2-8E68-B062D13FD1D3}"/>
    <pc:docChg chg="undo custSel addSld modSld sldOrd">
      <pc:chgData name="Jens-Jakob Kjer Møller" userId="ecba9b24-e9b5-4d68-b011-18c0f20b3743" providerId="ADAL" clId="{A6A2CB1A-029F-4BB2-8E68-B062D13FD1D3}" dt="2026-02-24T11:11:17.550" v="658" actId="20577"/>
      <pc:docMkLst>
        <pc:docMk/>
      </pc:docMkLst>
      <pc:sldChg chg="modSp mod">
        <pc:chgData name="Jens-Jakob Kjer Møller" userId="ecba9b24-e9b5-4d68-b011-18c0f20b3743" providerId="ADAL" clId="{A6A2CB1A-029F-4BB2-8E68-B062D13FD1D3}" dt="2026-02-24T11:11:17.550" v="658" actId="20577"/>
        <pc:sldMkLst>
          <pc:docMk/>
          <pc:sldMk cId="3782582288" sldId="257"/>
        </pc:sldMkLst>
        <pc:spChg chg="mod">
          <ac:chgData name="Jens-Jakob Kjer Møller" userId="ecba9b24-e9b5-4d68-b011-18c0f20b3743" providerId="ADAL" clId="{A6A2CB1A-029F-4BB2-8E68-B062D13FD1D3}" dt="2026-02-24T11:11:17.550" v="658" actId="20577"/>
          <ac:spMkLst>
            <pc:docMk/>
            <pc:sldMk cId="3782582288" sldId="257"/>
            <ac:spMk id="3" creationId="{00000000-0000-0000-0000-000000000000}"/>
          </ac:spMkLst>
        </pc:spChg>
      </pc:sldChg>
      <pc:sldChg chg="modSp modAnim">
        <pc:chgData name="Jens-Jakob Kjer Møller" userId="ecba9b24-e9b5-4d68-b011-18c0f20b3743" providerId="ADAL" clId="{A6A2CB1A-029F-4BB2-8E68-B062D13FD1D3}" dt="2026-02-24T08:07:20.923" v="575"/>
        <pc:sldMkLst>
          <pc:docMk/>
          <pc:sldMk cId="3764547591" sldId="261"/>
        </pc:sldMkLst>
        <pc:spChg chg="mod">
          <ac:chgData name="Jens-Jakob Kjer Møller" userId="ecba9b24-e9b5-4d68-b011-18c0f20b3743" providerId="ADAL" clId="{A6A2CB1A-029F-4BB2-8E68-B062D13FD1D3}" dt="2026-02-24T08:07:20.923" v="575"/>
          <ac:spMkLst>
            <pc:docMk/>
            <pc:sldMk cId="3764547591" sldId="261"/>
            <ac:spMk id="3" creationId="{00000000-0000-0000-0000-000000000000}"/>
          </ac:spMkLst>
        </pc:spChg>
      </pc:sldChg>
      <pc:sldChg chg="modSp mod modAnim">
        <pc:chgData name="Jens-Jakob Kjer Møller" userId="ecba9b24-e9b5-4d68-b011-18c0f20b3743" providerId="ADAL" clId="{A6A2CB1A-029F-4BB2-8E68-B062D13FD1D3}" dt="2026-02-24T08:08:26.164" v="604"/>
        <pc:sldMkLst>
          <pc:docMk/>
          <pc:sldMk cId="544277291" sldId="262"/>
        </pc:sldMkLst>
        <pc:spChg chg="mod">
          <ac:chgData name="Jens-Jakob Kjer Møller" userId="ecba9b24-e9b5-4d68-b011-18c0f20b3743" providerId="ADAL" clId="{A6A2CB1A-029F-4BB2-8E68-B062D13FD1D3}" dt="2026-02-24T08:08:26.093" v="598" actId="12612"/>
          <ac:spMkLst>
            <pc:docMk/>
            <pc:sldMk cId="544277291" sldId="262"/>
            <ac:spMk id="2" creationId="{00000000-0000-0000-0000-000000000000}"/>
          </ac:spMkLst>
        </pc:spChg>
        <pc:spChg chg="mod">
          <ac:chgData name="Jens-Jakob Kjer Møller" userId="ecba9b24-e9b5-4d68-b011-18c0f20b3743" providerId="ADAL" clId="{A6A2CB1A-029F-4BB2-8E68-B062D13FD1D3}" dt="2026-02-24T08:08:26.164" v="604"/>
          <ac:spMkLst>
            <pc:docMk/>
            <pc:sldMk cId="544277291" sldId="262"/>
            <ac:spMk id="3" creationId="{00000000-0000-0000-0000-000000000000}"/>
          </ac:spMkLst>
        </pc:spChg>
      </pc:sldChg>
      <pc:sldChg chg="modSp mod">
        <pc:chgData name="Jens-Jakob Kjer Møller" userId="ecba9b24-e9b5-4d68-b011-18c0f20b3743" providerId="ADAL" clId="{A6A2CB1A-029F-4BB2-8E68-B062D13FD1D3}" dt="2026-02-24T08:07:31.260" v="577" actId="20577"/>
        <pc:sldMkLst>
          <pc:docMk/>
          <pc:sldMk cId="1035194244" sldId="264"/>
        </pc:sldMkLst>
        <pc:spChg chg="mod">
          <ac:chgData name="Jens-Jakob Kjer Møller" userId="ecba9b24-e9b5-4d68-b011-18c0f20b3743" providerId="ADAL" clId="{A6A2CB1A-029F-4BB2-8E68-B062D13FD1D3}" dt="2026-02-24T08:07:31.260" v="577" actId="20577"/>
          <ac:spMkLst>
            <pc:docMk/>
            <pc:sldMk cId="1035194244" sldId="264"/>
            <ac:spMk id="4" creationId="{9699DC29-A8A9-FDE5-24CC-54F49F3D935B}"/>
          </ac:spMkLst>
        </pc:spChg>
      </pc:sldChg>
      <pc:sldChg chg="addSp modSp mod">
        <pc:chgData name="Jens-Jakob Kjer Møller" userId="ecba9b24-e9b5-4d68-b011-18c0f20b3743" providerId="ADAL" clId="{A6A2CB1A-029F-4BB2-8E68-B062D13FD1D3}" dt="2026-02-24T08:08:45.842" v="607" actId="1076"/>
        <pc:sldMkLst>
          <pc:docMk/>
          <pc:sldMk cId="2752001253" sldId="265"/>
        </pc:sldMkLst>
        <pc:spChg chg="mod">
          <ac:chgData name="Jens-Jakob Kjer Møller" userId="ecba9b24-e9b5-4d68-b011-18c0f20b3743" providerId="ADAL" clId="{A6A2CB1A-029F-4BB2-8E68-B062D13FD1D3}" dt="2026-02-24T08:08:45.842" v="607" actId="1076"/>
          <ac:spMkLst>
            <pc:docMk/>
            <pc:sldMk cId="2752001253" sldId="265"/>
            <ac:spMk id="2" creationId="{00000000-0000-0000-0000-000000000000}"/>
          </ac:spMkLst>
        </pc:spChg>
        <pc:spChg chg="add mod">
          <ac:chgData name="Jens-Jakob Kjer Møller" userId="ecba9b24-e9b5-4d68-b011-18c0f20b3743" providerId="ADAL" clId="{A6A2CB1A-029F-4BB2-8E68-B062D13FD1D3}" dt="2026-02-24T08:08:41.716" v="606" actId="20577"/>
          <ac:spMkLst>
            <pc:docMk/>
            <pc:sldMk cId="2752001253" sldId="265"/>
            <ac:spMk id="3" creationId="{A225B2AC-F0B0-8B61-2311-E4CCF9B382FA}"/>
          </ac:spMkLst>
        </pc:spChg>
      </pc:sldChg>
      <pc:sldChg chg="modSp mod">
        <pc:chgData name="Jens-Jakob Kjer Møller" userId="ecba9b24-e9b5-4d68-b011-18c0f20b3743" providerId="ADAL" clId="{A6A2CB1A-029F-4BB2-8E68-B062D13FD1D3}" dt="2026-02-24T08:07:08.884" v="560" actId="20577"/>
        <pc:sldMkLst>
          <pc:docMk/>
          <pc:sldMk cId="2730866479" sldId="266"/>
        </pc:sldMkLst>
        <pc:spChg chg="mod">
          <ac:chgData name="Jens-Jakob Kjer Møller" userId="ecba9b24-e9b5-4d68-b011-18c0f20b3743" providerId="ADAL" clId="{A6A2CB1A-029F-4BB2-8E68-B062D13FD1D3}" dt="2026-02-24T08:07:08.884" v="560" actId="20577"/>
          <ac:spMkLst>
            <pc:docMk/>
            <pc:sldMk cId="2730866479" sldId="266"/>
            <ac:spMk id="4" creationId="{76AE165E-0DC3-FA9A-1A53-9124AA592120}"/>
          </ac:spMkLst>
        </pc:spChg>
      </pc:sldChg>
      <pc:sldChg chg="modSp mod modAnim">
        <pc:chgData name="Jens-Jakob Kjer Møller" userId="ecba9b24-e9b5-4d68-b011-18c0f20b3743" providerId="ADAL" clId="{A6A2CB1A-029F-4BB2-8E68-B062D13FD1D3}" dt="2026-02-24T08:06:52.614" v="556"/>
        <pc:sldMkLst>
          <pc:docMk/>
          <pc:sldMk cId="3788218239" sldId="268"/>
        </pc:sldMkLst>
        <pc:spChg chg="mod">
          <ac:chgData name="Jens-Jakob Kjer Møller" userId="ecba9b24-e9b5-4d68-b011-18c0f20b3743" providerId="ADAL" clId="{A6A2CB1A-029F-4BB2-8E68-B062D13FD1D3}" dt="2026-02-24T08:06:52.566" v="550" actId="12612"/>
          <ac:spMkLst>
            <pc:docMk/>
            <pc:sldMk cId="3788218239" sldId="268"/>
            <ac:spMk id="2" creationId="{DF04132A-D51E-4225-FE71-2B49CCC1123D}"/>
          </ac:spMkLst>
        </pc:spChg>
        <pc:spChg chg="mod">
          <ac:chgData name="Jens-Jakob Kjer Møller" userId="ecba9b24-e9b5-4d68-b011-18c0f20b3743" providerId="ADAL" clId="{A6A2CB1A-029F-4BB2-8E68-B062D13FD1D3}" dt="2026-02-24T08:06:52.614" v="556"/>
          <ac:spMkLst>
            <pc:docMk/>
            <pc:sldMk cId="3788218239" sldId="268"/>
            <ac:spMk id="3" creationId="{5718DA68-189B-98D1-B98B-4CB2DB5E6142}"/>
          </ac:spMkLst>
        </pc:spChg>
      </pc:sldChg>
      <pc:sldChg chg="modSp mod">
        <pc:chgData name="Jens-Jakob Kjer Møller" userId="ecba9b24-e9b5-4d68-b011-18c0f20b3743" providerId="ADAL" clId="{A6A2CB1A-029F-4BB2-8E68-B062D13FD1D3}" dt="2026-02-24T08:06:58.278" v="558" actId="20577"/>
        <pc:sldMkLst>
          <pc:docMk/>
          <pc:sldMk cId="3930649577" sldId="270"/>
        </pc:sldMkLst>
        <pc:spChg chg="mod">
          <ac:chgData name="Jens-Jakob Kjer Møller" userId="ecba9b24-e9b5-4d68-b011-18c0f20b3743" providerId="ADAL" clId="{A6A2CB1A-029F-4BB2-8E68-B062D13FD1D3}" dt="2026-02-24T08:06:58.278" v="558" actId="20577"/>
          <ac:spMkLst>
            <pc:docMk/>
            <pc:sldMk cId="3930649577" sldId="270"/>
            <ac:spMk id="2" creationId="{FAE27C22-DB36-9A20-5E69-1273806C621D}"/>
          </ac:spMkLst>
        </pc:spChg>
      </pc:sldChg>
      <pc:sldChg chg="modSp mod modAnim">
        <pc:chgData name="Jens-Jakob Kjer Møller" userId="ecba9b24-e9b5-4d68-b011-18c0f20b3743" providerId="ADAL" clId="{A6A2CB1A-029F-4BB2-8E68-B062D13FD1D3}" dt="2026-02-24T08:08:58.861" v="620"/>
        <pc:sldMkLst>
          <pc:docMk/>
          <pc:sldMk cId="3761554959" sldId="273"/>
        </pc:sldMkLst>
        <pc:spChg chg="mod">
          <ac:chgData name="Jens-Jakob Kjer Møller" userId="ecba9b24-e9b5-4d68-b011-18c0f20b3743" providerId="ADAL" clId="{A6A2CB1A-029F-4BB2-8E68-B062D13FD1D3}" dt="2026-02-24T08:08:58.813" v="614" actId="12612"/>
          <ac:spMkLst>
            <pc:docMk/>
            <pc:sldMk cId="3761554959" sldId="273"/>
            <ac:spMk id="2" creationId="{18AF1428-50A4-2A8E-72C9-8712EAADE831}"/>
          </ac:spMkLst>
        </pc:spChg>
        <pc:spChg chg="mod">
          <ac:chgData name="Jens-Jakob Kjer Møller" userId="ecba9b24-e9b5-4d68-b011-18c0f20b3743" providerId="ADAL" clId="{A6A2CB1A-029F-4BB2-8E68-B062D13FD1D3}" dt="2026-02-24T08:08:58.861" v="620"/>
          <ac:spMkLst>
            <pc:docMk/>
            <pc:sldMk cId="3761554959" sldId="273"/>
            <ac:spMk id="3" creationId="{88B1659A-9A23-7BF6-6CE4-2FE41AB5B84E}"/>
          </ac:spMkLst>
        </pc:spChg>
      </pc:sldChg>
      <pc:sldChg chg="modSp mod">
        <pc:chgData name="Jens-Jakob Kjer Møller" userId="ecba9b24-e9b5-4d68-b011-18c0f20b3743" providerId="ADAL" clId="{A6A2CB1A-029F-4BB2-8E68-B062D13FD1D3}" dt="2026-02-24T08:09:07.740" v="622" actId="20577"/>
        <pc:sldMkLst>
          <pc:docMk/>
          <pc:sldMk cId="1317410798" sldId="274"/>
        </pc:sldMkLst>
        <pc:spChg chg="mod">
          <ac:chgData name="Jens-Jakob Kjer Møller" userId="ecba9b24-e9b5-4d68-b011-18c0f20b3743" providerId="ADAL" clId="{A6A2CB1A-029F-4BB2-8E68-B062D13FD1D3}" dt="2026-02-24T08:09:07.740" v="622" actId="20577"/>
          <ac:spMkLst>
            <pc:docMk/>
            <pc:sldMk cId="1317410798" sldId="274"/>
            <ac:spMk id="2" creationId="{D74ECCB7-6C16-53FC-4255-B4A2B5C109EE}"/>
          </ac:spMkLst>
        </pc:spChg>
        <pc:spChg chg="mod">
          <ac:chgData name="Jens-Jakob Kjer Møller" userId="ecba9b24-e9b5-4d68-b011-18c0f20b3743" providerId="ADAL" clId="{A6A2CB1A-029F-4BB2-8E68-B062D13FD1D3}" dt="2026-02-24T08:02:41.998" v="267" actId="20577"/>
          <ac:spMkLst>
            <pc:docMk/>
            <pc:sldMk cId="1317410798" sldId="274"/>
            <ac:spMk id="7" creationId="{578ADA44-887D-BF94-7059-785AE62215EB}"/>
          </ac:spMkLst>
        </pc:spChg>
      </pc:sldChg>
      <pc:sldChg chg="modSp mod modAnim">
        <pc:chgData name="Jens-Jakob Kjer Møller" userId="ecba9b24-e9b5-4d68-b011-18c0f20b3743" providerId="ADAL" clId="{A6A2CB1A-029F-4BB2-8E68-B062D13FD1D3}" dt="2026-02-24T08:06:11.653" v="524"/>
        <pc:sldMkLst>
          <pc:docMk/>
          <pc:sldMk cId="735969933" sldId="275"/>
        </pc:sldMkLst>
        <pc:spChg chg="mod">
          <ac:chgData name="Jens-Jakob Kjer Møller" userId="ecba9b24-e9b5-4d68-b011-18c0f20b3743" providerId="ADAL" clId="{A6A2CB1A-029F-4BB2-8E68-B062D13FD1D3}" dt="2026-02-24T08:06:11.598" v="518" actId="12612"/>
          <ac:spMkLst>
            <pc:docMk/>
            <pc:sldMk cId="735969933" sldId="275"/>
            <ac:spMk id="2" creationId="{CF6C9553-7317-A59D-594E-B4F1943C185D}"/>
          </ac:spMkLst>
        </pc:spChg>
        <pc:spChg chg="mod">
          <ac:chgData name="Jens-Jakob Kjer Møller" userId="ecba9b24-e9b5-4d68-b011-18c0f20b3743" providerId="ADAL" clId="{A6A2CB1A-029F-4BB2-8E68-B062D13FD1D3}" dt="2026-02-24T08:06:11.653" v="524"/>
          <ac:spMkLst>
            <pc:docMk/>
            <pc:sldMk cId="735969933" sldId="275"/>
            <ac:spMk id="3" creationId="{24A3A996-AF39-76A1-315D-67B3684931B2}"/>
          </ac:spMkLst>
        </pc:spChg>
      </pc:sldChg>
      <pc:sldChg chg="modSp mod">
        <pc:chgData name="Jens-Jakob Kjer Møller" userId="ecba9b24-e9b5-4d68-b011-18c0f20b3743" providerId="ADAL" clId="{A6A2CB1A-029F-4BB2-8E68-B062D13FD1D3}" dt="2026-02-24T08:06:17.839" v="526" actId="20577"/>
        <pc:sldMkLst>
          <pc:docMk/>
          <pc:sldMk cId="3281623435" sldId="276"/>
        </pc:sldMkLst>
        <pc:spChg chg="mod">
          <ac:chgData name="Jens-Jakob Kjer Møller" userId="ecba9b24-e9b5-4d68-b011-18c0f20b3743" providerId="ADAL" clId="{A6A2CB1A-029F-4BB2-8E68-B062D13FD1D3}" dt="2026-02-24T08:06:17.839" v="526" actId="20577"/>
          <ac:spMkLst>
            <pc:docMk/>
            <pc:sldMk cId="3281623435" sldId="276"/>
            <ac:spMk id="2" creationId="{18F93763-BC5C-F3CE-C3D3-1120DC02D1B8}"/>
          </ac:spMkLst>
        </pc:spChg>
        <pc:spChg chg="mod">
          <ac:chgData name="Jens-Jakob Kjer Møller" userId="ecba9b24-e9b5-4d68-b011-18c0f20b3743" providerId="ADAL" clId="{A6A2CB1A-029F-4BB2-8E68-B062D13FD1D3}" dt="2026-02-24T07:58:06.102" v="217" actId="6549"/>
          <ac:spMkLst>
            <pc:docMk/>
            <pc:sldMk cId="3281623435" sldId="276"/>
            <ac:spMk id="7" creationId="{2532DD81-FE7B-EA13-A6CA-7D47412FB98D}"/>
          </ac:spMkLst>
        </pc:spChg>
      </pc:sldChg>
      <pc:sldChg chg="modSp mod modAnim">
        <pc:chgData name="Jens-Jakob Kjer Møller" userId="ecba9b24-e9b5-4d68-b011-18c0f20b3743" providerId="ADAL" clId="{A6A2CB1A-029F-4BB2-8E68-B062D13FD1D3}" dt="2026-02-24T08:06:30.114" v="539"/>
        <pc:sldMkLst>
          <pc:docMk/>
          <pc:sldMk cId="2095936629" sldId="277"/>
        </pc:sldMkLst>
        <pc:spChg chg="mod">
          <ac:chgData name="Jens-Jakob Kjer Møller" userId="ecba9b24-e9b5-4d68-b011-18c0f20b3743" providerId="ADAL" clId="{A6A2CB1A-029F-4BB2-8E68-B062D13FD1D3}" dt="2026-02-24T08:06:30.055" v="533" actId="12612"/>
          <ac:spMkLst>
            <pc:docMk/>
            <pc:sldMk cId="2095936629" sldId="277"/>
            <ac:spMk id="2" creationId="{16ACBE08-630E-1231-BCDC-0567938B9794}"/>
          </ac:spMkLst>
        </pc:spChg>
        <pc:spChg chg="mod">
          <ac:chgData name="Jens-Jakob Kjer Møller" userId="ecba9b24-e9b5-4d68-b011-18c0f20b3743" providerId="ADAL" clId="{A6A2CB1A-029F-4BB2-8E68-B062D13FD1D3}" dt="2026-02-24T08:06:30.114" v="539"/>
          <ac:spMkLst>
            <pc:docMk/>
            <pc:sldMk cId="2095936629" sldId="277"/>
            <ac:spMk id="3" creationId="{BD0581FE-1243-8EF2-CD39-5C3B528AD80F}"/>
          </ac:spMkLst>
        </pc:spChg>
      </pc:sldChg>
      <pc:sldChg chg="modSp mod">
        <pc:chgData name="Jens-Jakob Kjer Møller" userId="ecba9b24-e9b5-4d68-b011-18c0f20b3743" providerId="ADAL" clId="{A6A2CB1A-029F-4BB2-8E68-B062D13FD1D3}" dt="2026-02-24T08:06:36.188" v="543" actId="20577"/>
        <pc:sldMkLst>
          <pc:docMk/>
          <pc:sldMk cId="456415225" sldId="278"/>
        </pc:sldMkLst>
        <pc:spChg chg="mod">
          <ac:chgData name="Jens-Jakob Kjer Møller" userId="ecba9b24-e9b5-4d68-b011-18c0f20b3743" providerId="ADAL" clId="{A6A2CB1A-029F-4BB2-8E68-B062D13FD1D3}" dt="2026-02-24T08:06:36.188" v="543" actId="20577"/>
          <ac:spMkLst>
            <pc:docMk/>
            <pc:sldMk cId="456415225" sldId="278"/>
            <ac:spMk id="2" creationId="{B92FA612-49FB-830B-F3D4-525216643493}"/>
          </ac:spMkLst>
        </pc:spChg>
      </pc:sldChg>
      <pc:sldChg chg="modSp mod modAnim">
        <pc:chgData name="Jens-Jakob Kjer Møller" userId="ecba9b24-e9b5-4d68-b011-18c0f20b3743" providerId="ADAL" clId="{A6A2CB1A-029F-4BB2-8E68-B062D13FD1D3}" dt="2026-02-24T08:07:46.321" v="590"/>
        <pc:sldMkLst>
          <pc:docMk/>
          <pc:sldMk cId="1238199983" sldId="279"/>
        </pc:sldMkLst>
        <pc:spChg chg="mod">
          <ac:chgData name="Jens-Jakob Kjer Møller" userId="ecba9b24-e9b5-4d68-b011-18c0f20b3743" providerId="ADAL" clId="{A6A2CB1A-029F-4BB2-8E68-B062D13FD1D3}" dt="2026-02-24T08:07:46.253" v="584" actId="12612"/>
          <ac:spMkLst>
            <pc:docMk/>
            <pc:sldMk cId="1238199983" sldId="279"/>
            <ac:spMk id="2" creationId="{90450D12-DFA8-F15F-3774-FF8E2BF143AE}"/>
          </ac:spMkLst>
        </pc:spChg>
        <pc:spChg chg="mod">
          <ac:chgData name="Jens-Jakob Kjer Møller" userId="ecba9b24-e9b5-4d68-b011-18c0f20b3743" providerId="ADAL" clId="{A6A2CB1A-029F-4BB2-8E68-B062D13FD1D3}" dt="2026-02-24T08:07:46.321" v="590"/>
          <ac:spMkLst>
            <pc:docMk/>
            <pc:sldMk cId="1238199983" sldId="279"/>
            <ac:spMk id="3" creationId="{A190AB06-E447-4D74-0C60-393F1A010E56}"/>
          </ac:spMkLst>
        </pc:spChg>
      </pc:sldChg>
      <pc:sldChg chg="modSp mod">
        <pc:chgData name="Jens-Jakob Kjer Møller" userId="ecba9b24-e9b5-4d68-b011-18c0f20b3743" providerId="ADAL" clId="{A6A2CB1A-029F-4BB2-8E68-B062D13FD1D3}" dt="2026-02-24T08:08:01.123" v="592" actId="20577"/>
        <pc:sldMkLst>
          <pc:docMk/>
          <pc:sldMk cId="1380397126" sldId="280"/>
        </pc:sldMkLst>
        <pc:spChg chg="mod">
          <ac:chgData name="Jens-Jakob Kjer Møller" userId="ecba9b24-e9b5-4d68-b011-18c0f20b3743" providerId="ADAL" clId="{A6A2CB1A-029F-4BB2-8E68-B062D13FD1D3}" dt="2026-02-24T08:08:01.123" v="592" actId="20577"/>
          <ac:spMkLst>
            <pc:docMk/>
            <pc:sldMk cId="1380397126" sldId="280"/>
            <ac:spMk id="2" creationId="{5ED80206-FA8C-841C-A71D-74F6A1C95B9D}"/>
          </ac:spMkLst>
        </pc:spChg>
      </pc:sldChg>
      <pc:sldChg chg="addSp modSp add mod">
        <pc:chgData name="Jens-Jakob Kjer Møller" userId="ecba9b24-e9b5-4d68-b011-18c0f20b3743" providerId="ADAL" clId="{A6A2CB1A-029F-4BB2-8E68-B062D13FD1D3}" dt="2026-02-24T08:09:20.110" v="626" actId="20577"/>
        <pc:sldMkLst>
          <pc:docMk/>
          <pc:sldMk cId="1782596212" sldId="281"/>
        </pc:sldMkLst>
        <pc:spChg chg="mod">
          <ac:chgData name="Jens-Jakob Kjer Møller" userId="ecba9b24-e9b5-4d68-b011-18c0f20b3743" providerId="ADAL" clId="{A6A2CB1A-029F-4BB2-8E68-B062D13FD1D3}" dt="2026-02-24T08:09:20.110" v="626" actId="20577"/>
          <ac:spMkLst>
            <pc:docMk/>
            <pc:sldMk cId="1782596212" sldId="281"/>
            <ac:spMk id="2" creationId="{EB3D2669-BE7F-C028-D71A-F0299A46C7BC}"/>
          </ac:spMkLst>
        </pc:spChg>
        <pc:spChg chg="add mod">
          <ac:chgData name="Jens-Jakob Kjer Møller" userId="ecba9b24-e9b5-4d68-b011-18c0f20b3743" providerId="ADAL" clId="{A6A2CB1A-029F-4BB2-8E68-B062D13FD1D3}" dt="2026-02-19T12:55:21.660" v="4" actId="20577"/>
          <ac:spMkLst>
            <pc:docMk/>
            <pc:sldMk cId="1782596212" sldId="281"/>
            <ac:spMk id="4" creationId="{037CE47C-708E-9F44-735D-D02AE77DEFF6}"/>
          </ac:spMkLst>
        </pc:spChg>
        <pc:spChg chg="add mod">
          <ac:chgData name="Jens-Jakob Kjer Møller" userId="ecba9b24-e9b5-4d68-b011-18c0f20b3743" providerId="ADAL" clId="{A6A2CB1A-029F-4BB2-8E68-B062D13FD1D3}" dt="2026-02-19T12:55:30.236" v="7" actId="20577"/>
          <ac:spMkLst>
            <pc:docMk/>
            <pc:sldMk cId="1782596212" sldId="281"/>
            <ac:spMk id="5" creationId="{D2F9B5DC-2E17-E337-572E-D6B0744759D2}"/>
          </ac:spMkLst>
        </pc:spChg>
        <pc:spChg chg="add mod">
          <ac:chgData name="Jens-Jakob Kjer Møller" userId="ecba9b24-e9b5-4d68-b011-18c0f20b3743" providerId="ADAL" clId="{A6A2CB1A-029F-4BB2-8E68-B062D13FD1D3}" dt="2026-02-19T12:56:52.440" v="208" actId="1076"/>
          <ac:spMkLst>
            <pc:docMk/>
            <pc:sldMk cId="1782596212" sldId="281"/>
            <ac:spMk id="6" creationId="{B7479E1D-28AA-F975-6725-D6198A144DC3}"/>
          </ac:spMkLst>
        </pc:spChg>
        <pc:spChg chg="mod">
          <ac:chgData name="Jens-Jakob Kjer Møller" userId="ecba9b24-e9b5-4d68-b011-18c0f20b3743" providerId="ADAL" clId="{A6A2CB1A-029F-4BB2-8E68-B062D13FD1D3}" dt="2026-02-19T12:56:25.488" v="204" actId="20577"/>
          <ac:spMkLst>
            <pc:docMk/>
            <pc:sldMk cId="1782596212" sldId="281"/>
            <ac:spMk id="7" creationId="{6355610D-5C60-CF2B-23AB-7D640390C57D}"/>
          </ac:spMkLst>
        </pc:spChg>
        <pc:spChg chg="add mod">
          <ac:chgData name="Jens-Jakob Kjer Møller" userId="ecba9b24-e9b5-4d68-b011-18c0f20b3743" providerId="ADAL" clId="{A6A2CB1A-029F-4BB2-8E68-B062D13FD1D3}" dt="2026-02-24T08:03:48.052" v="274" actId="20577"/>
          <ac:spMkLst>
            <pc:docMk/>
            <pc:sldMk cId="1782596212" sldId="281"/>
            <ac:spMk id="12" creationId="{72A6E73C-1056-DE9A-D5D9-99316C59A634}"/>
          </ac:spMkLst>
        </pc:spChg>
        <pc:cxnChg chg="add mod">
          <ac:chgData name="Jens-Jakob Kjer Møller" userId="ecba9b24-e9b5-4d68-b011-18c0f20b3743" providerId="ADAL" clId="{A6A2CB1A-029F-4BB2-8E68-B062D13FD1D3}" dt="2026-02-24T08:03:41.029" v="271" actId="14100"/>
          <ac:cxnSpMkLst>
            <pc:docMk/>
            <pc:sldMk cId="1782596212" sldId="281"/>
            <ac:cxnSpMk id="8" creationId="{640F8558-6AA7-AEA1-DA76-263B0AE5F621}"/>
          </ac:cxnSpMkLst>
        </pc:cxnChg>
        <pc:cxnChg chg="add mod">
          <ac:chgData name="Jens-Jakob Kjer Møller" userId="ecba9b24-e9b5-4d68-b011-18c0f20b3743" providerId="ADAL" clId="{A6A2CB1A-029F-4BB2-8E68-B062D13FD1D3}" dt="2026-02-19T12:57:01.131" v="211" actId="14100"/>
          <ac:cxnSpMkLst>
            <pc:docMk/>
            <pc:sldMk cId="1782596212" sldId="281"/>
            <ac:cxnSpMk id="9" creationId="{7192A383-39BA-0168-5063-A72E3D436F59}"/>
          </ac:cxnSpMkLst>
        </pc:cxnChg>
        <pc:cxnChg chg="add mod">
          <ac:chgData name="Jens-Jakob Kjer Møller" userId="ecba9b24-e9b5-4d68-b011-18c0f20b3743" providerId="ADAL" clId="{A6A2CB1A-029F-4BB2-8E68-B062D13FD1D3}" dt="2026-02-24T08:04:09.081" v="278" actId="14100"/>
          <ac:cxnSpMkLst>
            <pc:docMk/>
            <pc:sldMk cId="1782596212" sldId="281"/>
            <ac:cxnSpMk id="13" creationId="{6A7A0FD9-F4C2-9F37-CF87-221D8120D0AA}"/>
          </ac:cxnSpMkLst>
        </pc:cxnChg>
        <pc:cxnChg chg="add mod">
          <ac:chgData name="Jens-Jakob Kjer Møller" userId="ecba9b24-e9b5-4d68-b011-18c0f20b3743" providerId="ADAL" clId="{A6A2CB1A-029F-4BB2-8E68-B062D13FD1D3}" dt="2026-02-19T12:57:10.715" v="215" actId="14100"/>
          <ac:cxnSpMkLst>
            <pc:docMk/>
            <pc:sldMk cId="1782596212" sldId="281"/>
            <ac:cxnSpMk id="14" creationId="{C7677BFC-564E-C8D9-4FF5-33B542BB681A}"/>
          </ac:cxnSpMkLst>
        </pc:cxnChg>
      </pc:sldChg>
      <pc:sldChg chg="addSp modSp add mod setBg modAnim">
        <pc:chgData name="Jens-Jakob Kjer Møller" userId="ecba9b24-e9b5-4d68-b011-18c0f20b3743" providerId="ADAL" clId="{A6A2CB1A-029F-4BB2-8E68-B062D13FD1D3}" dt="2026-02-24T08:09:45.087" v="639"/>
        <pc:sldMkLst>
          <pc:docMk/>
          <pc:sldMk cId="4207304633" sldId="282"/>
        </pc:sldMkLst>
        <pc:spChg chg="add mod">
          <ac:chgData name="Jens-Jakob Kjer Møller" userId="ecba9b24-e9b5-4d68-b011-18c0f20b3743" providerId="ADAL" clId="{A6A2CB1A-029F-4BB2-8E68-B062D13FD1D3}" dt="2026-02-24T08:09:45.032" v="633" actId="12612"/>
          <ac:spMkLst>
            <pc:docMk/>
            <pc:sldMk cId="4207304633" sldId="282"/>
            <ac:spMk id="2" creationId="{AF1DB328-EF01-37A1-346F-B9F38F4BE010}"/>
          </ac:spMkLst>
        </pc:spChg>
        <pc:spChg chg="add mod">
          <ac:chgData name="Jens-Jakob Kjer Møller" userId="ecba9b24-e9b5-4d68-b011-18c0f20b3743" providerId="ADAL" clId="{A6A2CB1A-029F-4BB2-8E68-B062D13FD1D3}" dt="2026-02-24T08:09:45.087" v="639"/>
          <ac:spMkLst>
            <pc:docMk/>
            <pc:sldMk cId="4207304633" sldId="282"/>
            <ac:spMk id="3" creationId="{E7220C77-E84E-7678-3121-51ACA8B4B475}"/>
          </ac:spMkLst>
        </pc:spChg>
        <pc:spChg chg="add mod">
          <ac:chgData name="Jens-Jakob Kjer Møller" userId="ecba9b24-e9b5-4d68-b011-18c0f20b3743" providerId="ADAL" clId="{A6A2CB1A-029F-4BB2-8E68-B062D13FD1D3}" dt="2026-02-24T08:04:43.021" v="330" actId="27636"/>
          <ac:spMkLst>
            <pc:docMk/>
            <pc:sldMk cId="4207304633" sldId="282"/>
            <ac:spMk id="4" creationId="{74F27A78-BA1F-7C64-48A9-A5C6A9C1D866}"/>
          </ac:spMkLst>
        </pc:spChg>
        <pc:spChg chg="add mod">
          <ac:chgData name="Jens-Jakob Kjer Møller" userId="ecba9b24-e9b5-4d68-b011-18c0f20b3743" providerId="ADAL" clId="{A6A2CB1A-029F-4BB2-8E68-B062D13FD1D3}" dt="2026-02-24T08:04:43.014" v="329" actId="27636"/>
          <ac:spMkLst>
            <pc:docMk/>
            <pc:sldMk cId="4207304633" sldId="282"/>
            <ac:spMk id="7" creationId="{F6C50893-1EB9-0049-4CB5-3868EB55AE22}"/>
          </ac:spMkLst>
        </pc:spChg>
        <pc:picChg chg="add mod">
          <ac:chgData name="Jens-Jakob Kjer Møller" userId="ecba9b24-e9b5-4d68-b011-18c0f20b3743" providerId="ADAL" clId="{A6A2CB1A-029F-4BB2-8E68-B062D13FD1D3}" dt="2026-02-24T08:04:42.751" v="308"/>
          <ac:picMkLst>
            <pc:docMk/>
            <pc:sldMk cId="4207304633" sldId="282"/>
            <ac:picMk id="6" creationId="{53A8FC9D-EAFC-CFC0-DAEC-383111AA6195}"/>
          </ac:picMkLst>
        </pc:picChg>
        <pc:picChg chg="add mod">
          <ac:chgData name="Jens-Jakob Kjer Møller" userId="ecba9b24-e9b5-4d68-b011-18c0f20b3743" providerId="ADAL" clId="{A6A2CB1A-029F-4BB2-8E68-B062D13FD1D3}" dt="2026-02-24T08:04:42.923" v="326"/>
          <ac:picMkLst>
            <pc:docMk/>
            <pc:sldMk cId="4207304633" sldId="282"/>
            <ac:picMk id="9" creationId="{230A3052-7A43-FE98-59B7-6C50F5A94CFD}"/>
          </ac:picMkLst>
        </pc:picChg>
      </pc:sldChg>
      <pc:sldChg chg="modSp add mod ord">
        <pc:chgData name="Jens-Jakob Kjer Møller" userId="ecba9b24-e9b5-4d68-b011-18c0f20b3743" providerId="ADAL" clId="{A6A2CB1A-029F-4BB2-8E68-B062D13FD1D3}" dt="2026-02-24T08:09:49.427" v="642" actId="20577"/>
        <pc:sldMkLst>
          <pc:docMk/>
          <pc:sldMk cId="869610683" sldId="283"/>
        </pc:sldMkLst>
        <pc:spChg chg="mod">
          <ac:chgData name="Jens-Jakob Kjer Møller" userId="ecba9b24-e9b5-4d68-b011-18c0f20b3743" providerId="ADAL" clId="{A6A2CB1A-029F-4BB2-8E68-B062D13FD1D3}" dt="2026-02-24T08:09:49.427" v="642" actId="20577"/>
          <ac:spMkLst>
            <pc:docMk/>
            <pc:sldMk cId="869610683" sldId="283"/>
            <ac:spMk id="2" creationId="{58AFC47F-3271-54A4-7E96-BE37B2351A0D}"/>
          </ac:spMkLst>
        </pc:spChg>
        <pc:spChg chg="mod">
          <ac:chgData name="Jens-Jakob Kjer Møller" userId="ecba9b24-e9b5-4d68-b011-18c0f20b3743" providerId="ADAL" clId="{A6A2CB1A-029F-4BB2-8E68-B062D13FD1D3}" dt="2026-02-24T08:05:38.516" v="511" actId="20577"/>
          <ac:spMkLst>
            <pc:docMk/>
            <pc:sldMk cId="869610683" sldId="283"/>
            <ac:spMk id="7" creationId="{D95A8139-AE33-FDD3-6083-F2E7A102109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a-DK"/>
          </a:p>
        </p:txBody>
      </p:sp>
      <p:sp>
        <p:nvSpPr>
          <p:cNvPr id="3" name="Pladsholder til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38C83D-D6B9-45D1-9AAA-B3289F7EB77D}" type="datetimeFigureOut">
              <a:rPr lang="da-DK" smtClean="0"/>
              <a:t>24-02-2026</a:t>
            </a:fld>
            <a:endParaRPr lang="da-DK"/>
          </a:p>
        </p:txBody>
      </p:sp>
      <p:sp>
        <p:nvSpPr>
          <p:cNvPr id="4" name="Pladsholder til slidebille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a-DK"/>
          </a:p>
        </p:txBody>
      </p:sp>
      <p:sp>
        <p:nvSpPr>
          <p:cNvPr id="5" name="Pladsholder til no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a-DK"/>
              <a:t>Rediger typografien i masterens</a:t>
            </a:r>
          </a:p>
          <a:p>
            <a:pPr lvl="1"/>
            <a:r>
              <a:rPr lang="da-DK"/>
              <a:t>Andet niveau</a:t>
            </a:r>
          </a:p>
          <a:p>
            <a:pPr lvl="2"/>
            <a:r>
              <a:rPr lang="da-DK"/>
              <a:t>Tredje niveau</a:t>
            </a:r>
          </a:p>
          <a:p>
            <a:pPr lvl="3"/>
            <a:r>
              <a:rPr lang="da-DK"/>
              <a:t>Fjerde niveau</a:t>
            </a:r>
          </a:p>
          <a:p>
            <a:pPr lvl="4"/>
            <a:r>
              <a:rPr lang="da-DK"/>
              <a:t>Femte niveau</a:t>
            </a:r>
          </a:p>
        </p:txBody>
      </p:sp>
      <p:sp>
        <p:nvSpPr>
          <p:cNvPr id="6" name="Pladsholder til sidefod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a-DK"/>
          </a:p>
        </p:txBody>
      </p:sp>
      <p:sp>
        <p:nvSpPr>
          <p:cNvPr id="7" name="Pladsholder til sli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74E898-6AF6-4F76-A316-307A7209D5D9}" type="slidenum">
              <a:rPr lang="da-DK" smtClean="0"/>
              <a:t>‹nr.›</a:t>
            </a:fld>
            <a:endParaRPr lang="da-DK"/>
          </a:p>
        </p:txBody>
      </p:sp>
    </p:spTree>
    <p:extLst>
      <p:ext uri="{BB962C8B-B14F-4D97-AF65-F5344CB8AC3E}">
        <p14:creationId xmlns:p14="http://schemas.microsoft.com/office/powerpoint/2010/main" val="41305567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10"/>
          </p:nvPr>
        </p:nvSpPr>
        <p:spPr/>
        <p:txBody>
          <a:bodyPr/>
          <a:lstStyle/>
          <a:p>
            <a:fld id="{5BC1F882-F044-43DD-A93E-BB665BC78EC2}" type="slidenum">
              <a:rPr lang="da-DK" smtClean="0"/>
              <a:t>3</a:t>
            </a:fld>
            <a:endParaRPr lang="da-DK"/>
          </a:p>
        </p:txBody>
      </p:sp>
    </p:spTree>
    <p:extLst>
      <p:ext uri="{BB962C8B-B14F-4D97-AF65-F5344CB8AC3E}">
        <p14:creationId xmlns:p14="http://schemas.microsoft.com/office/powerpoint/2010/main" val="3818151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91BB6-D727-C9FA-97EF-3D8D3A55213F}"/>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9F8DD72F-4C85-7ED2-F847-85B13852EF53}"/>
              </a:ext>
            </a:extLst>
          </p:cNvPr>
          <p:cNvSpPr>
            <a:spLocks noGrp="1" noRot="1" noChangeAspect="1"/>
          </p:cNvSpPr>
          <p:nvPr>
            <p:ph type="sldImg"/>
          </p:nvPr>
        </p:nvSpPr>
        <p:spPr/>
      </p:sp>
      <p:sp>
        <p:nvSpPr>
          <p:cNvPr id="3" name="Pladsholder til noter 2">
            <a:extLst>
              <a:ext uri="{FF2B5EF4-FFF2-40B4-BE49-F238E27FC236}">
                <a16:creationId xmlns:a16="http://schemas.microsoft.com/office/drawing/2014/main" id="{252F54C0-3F2E-5BE2-F46A-F83906DCB7F1}"/>
              </a:ext>
            </a:extLst>
          </p:cNvPr>
          <p:cNvSpPr>
            <a:spLocks noGrp="1"/>
          </p:cNvSpPr>
          <p:nvPr>
            <p:ph type="body" idx="1"/>
          </p:nvPr>
        </p:nvSpPr>
        <p:spPr/>
        <p:txBody>
          <a:bodyPr/>
          <a:lstStyle/>
          <a:p>
            <a:endParaRPr lang="da-DK" dirty="0"/>
          </a:p>
        </p:txBody>
      </p:sp>
      <p:sp>
        <p:nvSpPr>
          <p:cNvPr id="4" name="Pladsholder til slidenummer 3">
            <a:extLst>
              <a:ext uri="{FF2B5EF4-FFF2-40B4-BE49-F238E27FC236}">
                <a16:creationId xmlns:a16="http://schemas.microsoft.com/office/drawing/2014/main" id="{C118910F-F06B-E37B-B81F-27320A6A708E}"/>
              </a:ext>
            </a:extLst>
          </p:cNvPr>
          <p:cNvSpPr>
            <a:spLocks noGrp="1"/>
          </p:cNvSpPr>
          <p:nvPr>
            <p:ph type="sldNum" sz="quarter" idx="10"/>
          </p:nvPr>
        </p:nvSpPr>
        <p:spPr/>
        <p:txBody>
          <a:bodyPr/>
          <a:lstStyle/>
          <a:p>
            <a:fld id="{5BC1F882-F044-43DD-A93E-BB665BC78EC2}" type="slidenum">
              <a:rPr lang="da-DK" smtClean="0"/>
              <a:t>5</a:t>
            </a:fld>
            <a:endParaRPr lang="da-DK"/>
          </a:p>
        </p:txBody>
      </p:sp>
    </p:spTree>
    <p:extLst>
      <p:ext uri="{BB962C8B-B14F-4D97-AF65-F5344CB8AC3E}">
        <p14:creationId xmlns:p14="http://schemas.microsoft.com/office/powerpoint/2010/main" val="7365875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F1E0D-4343-8190-28F2-9EFA91D3737B}"/>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C8DF7838-EC4A-5594-AB01-A4A3510D4100}"/>
              </a:ext>
            </a:extLst>
          </p:cNvPr>
          <p:cNvSpPr>
            <a:spLocks noGrp="1" noRot="1" noChangeAspect="1"/>
          </p:cNvSpPr>
          <p:nvPr>
            <p:ph type="sldImg"/>
          </p:nvPr>
        </p:nvSpPr>
        <p:spPr/>
      </p:sp>
      <p:sp>
        <p:nvSpPr>
          <p:cNvPr id="3" name="Pladsholder til noter 2">
            <a:extLst>
              <a:ext uri="{FF2B5EF4-FFF2-40B4-BE49-F238E27FC236}">
                <a16:creationId xmlns:a16="http://schemas.microsoft.com/office/drawing/2014/main" id="{B4B13487-355A-6F73-123E-3FA3F2AC46E2}"/>
              </a:ext>
            </a:extLst>
          </p:cNvPr>
          <p:cNvSpPr>
            <a:spLocks noGrp="1"/>
          </p:cNvSpPr>
          <p:nvPr>
            <p:ph type="body" idx="1"/>
          </p:nvPr>
        </p:nvSpPr>
        <p:spPr/>
        <p:txBody>
          <a:bodyPr/>
          <a:lstStyle/>
          <a:p>
            <a:endParaRPr lang="da-DK" dirty="0"/>
          </a:p>
        </p:txBody>
      </p:sp>
      <p:sp>
        <p:nvSpPr>
          <p:cNvPr id="4" name="Pladsholder til slidenummer 3">
            <a:extLst>
              <a:ext uri="{FF2B5EF4-FFF2-40B4-BE49-F238E27FC236}">
                <a16:creationId xmlns:a16="http://schemas.microsoft.com/office/drawing/2014/main" id="{99AE5B6E-466B-D9BF-0F4A-0F505F10A3FA}"/>
              </a:ext>
            </a:extLst>
          </p:cNvPr>
          <p:cNvSpPr>
            <a:spLocks noGrp="1"/>
          </p:cNvSpPr>
          <p:nvPr>
            <p:ph type="sldNum" sz="quarter" idx="10"/>
          </p:nvPr>
        </p:nvSpPr>
        <p:spPr/>
        <p:txBody>
          <a:bodyPr/>
          <a:lstStyle/>
          <a:p>
            <a:fld id="{5BC1F882-F044-43DD-A93E-BB665BC78EC2}" type="slidenum">
              <a:rPr lang="da-DK" smtClean="0"/>
              <a:t>7</a:t>
            </a:fld>
            <a:endParaRPr lang="da-DK"/>
          </a:p>
        </p:txBody>
      </p:sp>
    </p:spTree>
    <p:extLst>
      <p:ext uri="{BB962C8B-B14F-4D97-AF65-F5344CB8AC3E}">
        <p14:creationId xmlns:p14="http://schemas.microsoft.com/office/powerpoint/2010/main" val="16572842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F45C1-42E4-1AD3-E6AC-BE523B2DF230}"/>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5B89CE84-02DE-0F65-2E5B-4668EE021579}"/>
              </a:ext>
            </a:extLst>
          </p:cNvPr>
          <p:cNvSpPr>
            <a:spLocks noGrp="1" noRot="1" noChangeAspect="1"/>
          </p:cNvSpPr>
          <p:nvPr>
            <p:ph type="sldImg"/>
          </p:nvPr>
        </p:nvSpPr>
        <p:spPr/>
      </p:sp>
      <p:sp>
        <p:nvSpPr>
          <p:cNvPr id="3" name="Pladsholder til noter 2">
            <a:extLst>
              <a:ext uri="{FF2B5EF4-FFF2-40B4-BE49-F238E27FC236}">
                <a16:creationId xmlns:a16="http://schemas.microsoft.com/office/drawing/2014/main" id="{03F6D577-287A-FB50-8F77-24D603189A35}"/>
              </a:ext>
            </a:extLst>
          </p:cNvPr>
          <p:cNvSpPr>
            <a:spLocks noGrp="1"/>
          </p:cNvSpPr>
          <p:nvPr>
            <p:ph type="body" idx="1"/>
          </p:nvPr>
        </p:nvSpPr>
        <p:spPr/>
        <p:txBody>
          <a:bodyPr/>
          <a:lstStyle/>
          <a:p>
            <a:endParaRPr lang="da-DK" dirty="0"/>
          </a:p>
        </p:txBody>
      </p:sp>
      <p:sp>
        <p:nvSpPr>
          <p:cNvPr id="4" name="Pladsholder til slidenummer 3">
            <a:extLst>
              <a:ext uri="{FF2B5EF4-FFF2-40B4-BE49-F238E27FC236}">
                <a16:creationId xmlns:a16="http://schemas.microsoft.com/office/drawing/2014/main" id="{6D52D8B5-EBF6-E7E5-14B5-5FBA9FF97FCB}"/>
              </a:ext>
            </a:extLst>
          </p:cNvPr>
          <p:cNvSpPr>
            <a:spLocks noGrp="1"/>
          </p:cNvSpPr>
          <p:nvPr>
            <p:ph type="sldNum" sz="quarter" idx="10"/>
          </p:nvPr>
        </p:nvSpPr>
        <p:spPr/>
        <p:txBody>
          <a:bodyPr/>
          <a:lstStyle/>
          <a:p>
            <a:fld id="{5BC1F882-F044-43DD-A93E-BB665BC78EC2}" type="slidenum">
              <a:rPr lang="da-DK" smtClean="0"/>
              <a:t>9</a:t>
            </a:fld>
            <a:endParaRPr lang="da-DK"/>
          </a:p>
        </p:txBody>
      </p:sp>
    </p:spTree>
    <p:extLst>
      <p:ext uri="{BB962C8B-B14F-4D97-AF65-F5344CB8AC3E}">
        <p14:creationId xmlns:p14="http://schemas.microsoft.com/office/powerpoint/2010/main" val="15511747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F930B-B7B1-B27F-70A0-217522C7C85A}"/>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15178AD7-6455-9D84-9B7B-DD8F95EA2923}"/>
              </a:ext>
            </a:extLst>
          </p:cNvPr>
          <p:cNvSpPr>
            <a:spLocks noGrp="1" noRot="1" noChangeAspect="1"/>
          </p:cNvSpPr>
          <p:nvPr>
            <p:ph type="sldImg"/>
          </p:nvPr>
        </p:nvSpPr>
        <p:spPr/>
      </p:sp>
      <p:sp>
        <p:nvSpPr>
          <p:cNvPr id="3" name="Pladsholder til noter 2">
            <a:extLst>
              <a:ext uri="{FF2B5EF4-FFF2-40B4-BE49-F238E27FC236}">
                <a16:creationId xmlns:a16="http://schemas.microsoft.com/office/drawing/2014/main" id="{F601DB48-F9E6-7A88-3D9E-E75C5363EC2B}"/>
              </a:ext>
            </a:extLst>
          </p:cNvPr>
          <p:cNvSpPr>
            <a:spLocks noGrp="1"/>
          </p:cNvSpPr>
          <p:nvPr>
            <p:ph type="body" idx="1"/>
          </p:nvPr>
        </p:nvSpPr>
        <p:spPr/>
        <p:txBody>
          <a:bodyPr/>
          <a:lstStyle/>
          <a:p>
            <a:endParaRPr lang="da-DK" dirty="0"/>
          </a:p>
        </p:txBody>
      </p:sp>
      <p:sp>
        <p:nvSpPr>
          <p:cNvPr id="4" name="Pladsholder til slidenummer 3">
            <a:extLst>
              <a:ext uri="{FF2B5EF4-FFF2-40B4-BE49-F238E27FC236}">
                <a16:creationId xmlns:a16="http://schemas.microsoft.com/office/drawing/2014/main" id="{4CF4D89E-24C1-904E-5EEB-20510B9688B7}"/>
              </a:ext>
            </a:extLst>
          </p:cNvPr>
          <p:cNvSpPr>
            <a:spLocks noGrp="1"/>
          </p:cNvSpPr>
          <p:nvPr>
            <p:ph type="sldNum" sz="quarter" idx="10"/>
          </p:nvPr>
        </p:nvSpPr>
        <p:spPr/>
        <p:txBody>
          <a:bodyPr/>
          <a:lstStyle/>
          <a:p>
            <a:fld id="{5BC1F882-F044-43DD-A93E-BB665BC78EC2}" type="slidenum">
              <a:rPr lang="da-DK" smtClean="0"/>
              <a:t>11</a:t>
            </a:fld>
            <a:endParaRPr lang="da-DK"/>
          </a:p>
        </p:txBody>
      </p:sp>
    </p:spTree>
    <p:extLst>
      <p:ext uri="{BB962C8B-B14F-4D97-AF65-F5344CB8AC3E}">
        <p14:creationId xmlns:p14="http://schemas.microsoft.com/office/powerpoint/2010/main" val="13264184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6E96E-EFB8-7032-4419-F68B1F922A79}"/>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611E3B3E-A40A-9E0C-BF26-EF9D606F2AC3}"/>
              </a:ext>
            </a:extLst>
          </p:cNvPr>
          <p:cNvSpPr>
            <a:spLocks noGrp="1" noRot="1" noChangeAspect="1"/>
          </p:cNvSpPr>
          <p:nvPr>
            <p:ph type="sldImg"/>
          </p:nvPr>
        </p:nvSpPr>
        <p:spPr/>
      </p:sp>
      <p:sp>
        <p:nvSpPr>
          <p:cNvPr id="3" name="Pladsholder til noter 2">
            <a:extLst>
              <a:ext uri="{FF2B5EF4-FFF2-40B4-BE49-F238E27FC236}">
                <a16:creationId xmlns:a16="http://schemas.microsoft.com/office/drawing/2014/main" id="{842834EB-5EC0-4D43-1208-85F4007940A0}"/>
              </a:ext>
            </a:extLst>
          </p:cNvPr>
          <p:cNvSpPr>
            <a:spLocks noGrp="1"/>
          </p:cNvSpPr>
          <p:nvPr>
            <p:ph type="body" idx="1"/>
          </p:nvPr>
        </p:nvSpPr>
        <p:spPr/>
        <p:txBody>
          <a:bodyPr/>
          <a:lstStyle/>
          <a:p>
            <a:endParaRPr lang="da-DK" dirty="0"/>
          </a:p>
        </p:txBody>
      </p:sp>
      <p:sp>
        <p:nvSpPr>
          <p:cNvPr id="4" name="Pladsholder til slidenummer 3">
            <a:extLst>
              <a:ext uri="{FF2B5EF4-FFF2-40B4-BE49-F238E27FC236}">
                <a16:creationId xmlns:a16="http://schemas.microsoft.com/office/drawing/2014/main" id="{4D3616AA-014A-D194-A47B-D8AC060EC818}"/>
              </a:ext>
            </a:extLst>
          </p:cNvPr>
          <p:cNvSpPr>
            <a:spLocks noGrp="1"/>
          </p:cNvSpPr>
          <p:nvPr>
            <p:ph type="sldNum" sz="quarter" idx="10"/>
          </p:nvPr>
        </p:nvSpPr>
        <p:spPr/>
        <p:txBody>
          <a:bodyPr/>
          <a:lstStyle/>
          <a:p>
            <a:fld id="{5BC1F882-F044-43DD-A93E-BB665BC78EC2}" type="slidenum">
              <a:rPr lang="da-DK" smtClean="0"/>
              <a:t>16</a:t>
            </a:fld>
            <a:endParaRPr lang="da-DK"/>
          </a:p>
        </p:txBody>
      </p:sp>
    </p:spTree>
    <p:extLst>
      <p:ext uri="{BB962C8B-B14F-4D97-AF65-F5344CB8AC3E}">
        <p14:creationId xmlns:p14="http://schemas.microsoft.com/office/powerpoint/2010/main" val="28575863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AFA67-28BE-69CF-6957-FDA78A868F7E}"/>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E11ACACE-1DDF-8D5F-692A-B2761EE3358F}"/>
              </a:ext>
            </a:extLst>
          </p:cNvPr>
          <p:cNvSpPr>
            <a:spLocks noGrp="1" noRot="1" noChangeAspect="1"/>
          </p:cNvSpPr>
          <p:nvPr>
            <p:ph type="sldImg"/>
          </p:nvPr>
        </p:nvSpPr>
        <p:spPr/>
      </p:sp>
      <p:sp>
        <p:nvSpPr>
          <p:cNvPr id="3" name="Pladsholder til noter 2">
            <a:extLst>
              <a:ext uri="{FF2B5EF4-FFF2-40B4-BE49-F238E27FC236}">
                <a16:creationId xmlns:a16="http://schemas.microsoft.com/office/drawing/2014/main" id="{49A7256C-A082-E542-EF84-49343D83171A}"/>
              </a:ext>
            </a:extLst>
          </p:cNvPr>
          <p:cNvSpPr>
            <a:spLocks noGrp="1"/>
          </p:cNvSpPr>
          <p:nvPr>
            <p:ph type="body" idx="1"/>
          </p:nvPr>
        </p:nvSpPr>
        <p:spPr/>
        <p:txBody>
          <a:bodyPr/>
          <a:lstStyle/>
          <a:p>
            <a:endParaRPr lang="da-DK" dirty="0"/>
          </a:p>
        </p:txBody>
      </p:sp>
      <p:sp>
        <p:nvSpPr>
          <p:cNvPr id="4" name="Pladsholder til slidenummer 3">
            <a:extLst>
              <a:ext uri="{FF2B5EF4-FFF2-40B4-BE49-F238E27FC236}">
                <a16:creationId xmlns:a16="http://schemas.microsoft.com/office/drawing/2014/main" id="{1BF01ECA-76B8-313E-D992-A80981537275}"/>
              </a:ext>
            </a:extLst>
          </p:cNvPr>
          <p:cNvSpPr>
            <a:spLocks noGrp="1"/>
          </p:cNvSpPr>
          <p:nvPr>
            <p:ph type="sldNum" sz="quarter" idx="10"/>
          </p:nvPr>
        </p:nvSpPr>
        <p:spPr/>
        <p:txBody>
          <a:bodyPr/>
          <a:lstStyle/>
          <a:p>
            <a:fld id="{5BC1F882-F044-43DD-A93E-BB665BC78EC2}" type="slidenum">
              <a:rPr lang="da-DK" smtClean="0"/>
              <a:t>20</a:t>
            </a:fld>
            <a:endParaRPr lang="da-DK"/>
          </a:p>
        </p:txBody>
      </p:sp>
    </p:spTree>
    <p:extLst>
      <p:ext uri="{BB962C8B-B14F-4D97-AF65-F5344CB8AC3E}">
        <p14:creationId xmlns:p14="http://schemas.microsoft.com/office/powerpoint/2010/main" val="32764949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3BC2D-438D-5A71-6277-6949B723C171}"/>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A32C9AA2-4610-95D9-4962-D6D4A763C578}"/>
              </a:ext>
            </a:extLst>
          </p:cNvPr>
          <p:cNvSpPr>
            <a:spLocks noGrp="1" noRot="1" noChangeAspect="1"/>
          </p:cNvSpPr>
          <p:nvPr>
            <p:ph type="sldImg"/>
          </p:nvPr>
        </p:nvSpPr>
        <p:spPr/>
      </p:sp>
      <p:sp>
        <p:nvSpPr>
          <p:cNvPr id="3" name="Pladsholder til noter 2">
            <a:extLst>
              <a:ext uri="{FF2B5EF4-FFF2-40B4-BE49-F238E27FC236}">
                <a16:creationId xmlns:a16="http://schemas.microsoft.com/office/drawing/2014/main" id="{83A98C1E-1BDF-6835-9868-2E7F78C83C29}"/>
              </a:ext>
            </a:extLst>
          </p:cNvPr>
          <p:cNvSpPr>
            <a:spLocks noGrp="1"/>
          </p:cNvSpPr>
          <p:nvPr>
            <p:ph type="body" idx="1"/>
          </p:nvPr>
        </p:nvSpPr>
        <p:spPr/>
        <p:txBody>
          <a:bodyPr/>
          <a:lstStyle/>
          <a:p>
            <a:endParaRPr lang="da-DK" dirty="0"/>
          </a:p>
        </p:txBody>
      </p:sp>
      <p:sp>
        <p:nvSpPr>
          <p:cNvPr id="4" name="Pladsholder til slidenummer 3">
            <a:extLst>
              <a:ext uri="{FF2B5EF4-FFF2-40B4-BE49-F238E27FC236}">
                <a16:creationId xmlns:a16="http://schemas.microsoft.com/office/drawing/2014/main" id="{10BB991C-2109-25B8-EF1E-13AC0DAF825E}"/>
              </a:ext>
            </a:extLst>
          </p:cNvPr>
          <p:cNvSpPr>
            <a:spLocks noGrp="1"/>
          </p:cNvSpPr>
          <p:nvPr>
            <p:ph type="sldNum" sz="quarter" idx="10"/>
          </p:nvPr>
        </p:nvSpPr>
        <p:spPr/>
        <p:txBody>
          <a:bodyPr/>
          <a:lstStyle/>
          <a:p>
            <a:fld id="{5BC1F882-F044-43DD-A93E-BB665BC78EC2}" type="slidenum">
              <a:rPr lang="da-DK" smtClean="0"/>
              <a:t>21</a:t>
            </a:fld>
            <a:endParaRPr lang="da-DK"/>
          </a:p>
        </p:txBody>
      </p:sp>
    </p:spTree>
    <p:extLst>
      <p:ext uri="{BB962C8B-B14F-4D97-AF65-F5344CB8AC3E}">
        <p14:creationId xmlns:p14="http://schemas.microsoft.com/office/powerpoint/2010/main" val="2421112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C7DD7-0CBF-6039-D4C5-681F07D9A6B4}"/>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B6345641-7F82-B600-CD31-6D75BA91C68C}"/>
              </a:ext>
            </a:extLst>
          </p:cNvPr>
          <p:cNvSpPr>
            <a:spLocks noGrp="1" noRot="1" noChangeAspect="1"/>
          </p:cNvSpPr>
          <p:nvPr>
            <p:ph type="sldImg"/>
          </p:nvPr>
        </p:nvSpPr>
        <p:spPr/>
      </p:sp>
      <p:sp>
        <p:nvSpPr>
          <p:cNvPr id="3" name="Pladsholder til noter 2">
            <a:extLst>
              <a:ext uri="{FF2B5EF4-FFF2-40B4-BE49-F238E27FC236}">
                <a16:creationId xmlns:a16="http://schemas.microsoft.com/office/drawing/2014/main" id="{02E9C6DD-B603-FD14-C712-4AC8231B3EA8}"/>
              </a:ext>
            </a:extLst>
          </p:cNvPr>
          <p:cNvSpPr>
            <a:spLocks noGrp="1"/>
          </p:cNvSpPr>
          <p:nvPr>
            <p:ph type="body" idx="1"/>
          </p:nvPr>
        </p:nvSpPr>
        <p:spPr/>
        <p:txBody>
          <a:bodyPr/>
          <a:lstStyle/>
          <a:p>
            <a:endParaRPr lang="da-DK" dirty="0"/>
          </a:p>
        </p:txBody>
      </p:sp>
      <p:sp>
        <p:nvSpPr>
          <p:cNvPr id="4" name="Pladsholder til slidenummer 3">
            <a:extLst>
              <a:ext uri="{FF2B5EF4-FFF2-40B4-BE49-F238E27FC236}">
                <a16:creationId xmlns:a16="http://schemas.microsoft.com/office/drawing/2014/main" id="{7A0B6B4D-1D4F-9466-40F9-39C9FEE65471}"/>
              </a:ext>
            </a:extLst>
          </p:cNvPr>
          <p:cNvSpPr>
            <a:spLocks noGrp="1"/>
          </p:cNvSpPr>
          <p:nvPr>
            <p:ph type="sldNum" sz="quarter" idx="10"/>
          </p:nvPr>
        </p:nvSpPr>
        <p:spPr/>
        <p:txBody>
          <a:bodyPr/>
          <a:lstStyle/>
          <a:p>
            <a:fld id="{5BC1F882-F044-43DD-A93E-BB665BC78EC2}" type="slidenum">
              <a:rPr lang="da-DK" smtClean="0"/>
              <a:t>23</a:t>
            </a:fld>
            <a:endParaRPr lang="da-DK"/>
          </a:p>
        </p:txBody>
      </p:sp>
    </p:spTree>
    <p:extLst>
      <p:ext uri="{BB962C8B-B14F-4D97-AF65-F5344CB8AC3E}">
        <p14:creationId xmlns:p14="http://schemas.microsoft.com/office/powerpoint/2010/main" val="22376035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slide">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122363"/>
            <a:ext cx="9144000" cy="2387600"/>
          </a:xfrm>
        </p:spPr>
        <p:txBody>
          <a:bodyPr anchor="b"/>
          <a:lstStyle>
            <a:lvl1pPr algn="ctr">
              <a:defRPr sz="6000"/>
            </a:lvl1pPr>
          </a:lstStyle>
          <a:p>
            <a:r>
              <a:rPr lang="da-DK"/>
              <a:t>Klik for at redigere i master</a:t>
            </a:r>
          </a:p>
        </p:txBody>
      </p:sp>
      <p:sp>
        <p:nvSpPr>
          <p:cNvPr id="3" name="Underti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a-DK"/>
              <a:t>Klik for at redigere undertiteltypografien i masteren</a:t>
            </a:r>
          </a:p>
        </p:txBody>
      </p:sp>
      <p:sp>
        <p:nvSpPr>
          <p:cNvPr id="4" name="Pladsholder til dato 3"/>
          <p:cNvSpPr>
            <a:spLocks noGrp="1"/>
          </p:cNvSpPr>
          <p:nvPr>
            <p:ph type="dt" sz="half" idx="10"/>
          </p:nvPr>
        </p:nvSpPr>
        <p:spPr/>
        <p:txBody>
          <a:bodyPr/>
          <a:lstStyle/>
          <a:p>
            <a:fld id="{0368D3AC-7580-4185-95B4-18C739C7E0AF}" type="datetimeFigureOut">
              <a:rPr lang="da-DK" smtClean="0"/>
              <a:t>24-02-2026</a:t>
            </a:fld>
            <a:endParaRPr lang="da-DK"/>
          </a:p>
        </p:txBody>
      </p:sp>
      <p:sp>
        <p:nvSpPr>
          <p:cNvPr id="5" name="Pladsholder til sidefod 4"/>
          <p:cNvSpPr>
            <a:spLocks noGrp="1"/>
          </p:cNvSpPr>
          <p:nvPr>
            <p:ph type="ftr" sz="quarter" idx="11"/>
          </p:nvPr>
        </p:nvSpPr>
        <p:spPr/>
        <p:txBody>
          <a:bodyPr/>
          <a:lstStyle/>
          <a:p>
            <a:endParaRPr lang="da-DK"/>
          </a:p>
        </p:txBody>
      </p:sp>
      <p:sp>
        <p:nvSpPr>
          <p:cNvPr id="6" name="Pladsholder til slidenummer 5"/>
          <p:cNvSpPr>
            <a:spLocks noGrp="1"/>
          </p:cNvSpPr>
          <p:nvPr>
            <p:ph type="sldNum" sz="quarter" idx="12"/>
          </p:nvPr>
        </p:nvSpPr>
        <p:spPr/>
        <p:txBody>
          <a:bodyPr/>
          <a:lstStyle/>
          <a:p>
            <a:fld id="{CC0FE1D6-AA21-4AA1-8589-21C70BD6E926}" type="slidenum">
              <a:rPr lang="da-DK" smtClean="0"/>
              <a:t>‹nr.›</a:t>
            </a:fld>
            <a:endParaRPr lang="da-DK"/>
          </a:p>
        </p:txBody>
      </p:sp>
    </p:spTree>
    <p:extLst>
      <p:ext uri="{BB962C8B-B14F-4D97-AF65-F5344CB8AC3E}">
        <p14:creationId xmlns:p14="http://schemas.microsoft.com/office/powerpoint/2010/main" val="41403082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og indholdsobjek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a:t>Klik for at redigere i master</a:t>
            </a:r>
          </a:p>
        </p:txBody>
      </p:sp>
      <p:sp>
        <p:nvSpPr>
          <p:cNvPr id="3" name="Pladsholder til indhold 2"/>
          <p:cNvSpPr>
            <a:spLocks noGrp="1"/>
          </p:cNvSpPr>
          <p:nvPr>
            <p:ph idx="1"/>
          </p:nvPr>
        </p:nvSpPr>
        <p:spPr/>
        <p:txBody>
          <a:bodyPr/>
          <a:lstStyle/>
          <a:p>
            <a:pPr lvl="0"/>
            <a:r>
              <a:rPr lang="da-DK"/>
              <a:t>Rediger typografien i masterens</a:t>
            </a:r>
          </a:p>
          <a:p>
            <a:pPr lvl="1"/>
            <a:r>
              <a:rPr lang="da-DK"/>
              <a:t>Andet niveau</a:t>
            </a:r>
          </a:p>
          <a:p>
            <a:pPr lvl="2"/>
            <a:r>
              <a:rPr lang="da-DK"/>
              <a:t>Tredje niveau</a:t>
            </a:r>
          </a:p>
          <a:p>
            <a:pPr lvl="3"/>
            <a:r>
              <a:rPr lang="da-DK"/>
              <a:t>Fjerde niveau</a:t>
            </a:r>
          </a:p>
          <a:p>
            <a:pPr lvl="4"/>
            <a:r>
              <a:rPr lang="da-DK"/>
              <a:t>Femte niveau</a:t>
            </a:r>
          </a:p>
        </p:txBody>
      </p:sp>
      <p:sp>
        <p:nvSpPr>
          <p:cNvPr id="4" name="Pladsholder til dato 3"/>
          <p:cNvSpPr>
            <a:spLocks noGrp="1"/>
          </p:cNvSpPr>
          <p:nvPr>
            <p:ph type="dt" sz="half" idx="10"/>
          </p:nvPr>
        </p:nvSpPr>
        <p:spPr/>
        <p:txBody>
          <a:bodyPr/>
          <a:lstStyle/>
          <a:p>
            <a:fld id="{0368D3AC-7580-4185-95B4-18C739C7E0AF}" type="datetimeFigureOut">
              <a:rPr lang="da-DK" smtClean="0"/>
              <a:t>24-02-2026</a:t>
            </a:fld>
            <a:endParaRPr lang="da-DK"/>
          </a:p>
        </p:txBody>
      </p:sp>
      <p:sp>
        <p:nvSpPr>
          <p:cNvPr id="5" name="Pladsholder til sidefod 4"/>
          <p:cNvSpPr>
            <a:spLocks noGrp="1"/>
          </p:cNvSpPr>
          <p:nvPr>
            <p:ph type="ftr" sz="quarter" idx="11"/>
          </p:nvPr>
        </p:nvSpPr>
        <p:spPr/>
        <p:txBody>
          <a:bodyPr/>
          <a:lstStyle/>
          <a:p>
            <a:endParaRPr lang="da-DK"/>
          </a:p>
        </p:txBody>
      </p:sp>
      <p:sp>
        <p:nvSpPr>
          <p:cNvPr id="6" name="Pladsholder til slidenummer 5"/>
          <p:cNvSpPr>
            <a:spLocks noGrp="1"/>
          </p:cNvSpPr>
          <p:nvPr>
            <p:ph type="sldNum" sz="quarter" idx="12"/>
          </p:nvPr>
        </p:nvSpPr>
        <p:spPr/>
        <p:txBody>
          <a:bodyPr/>
          <a:lstStyle/>
          <a:p>
            <a:fld id="{CC0FE1D6-AA21-4AA1-8589-21C70BD6E926}" type="slidenum">
              <a:rPr lang="da-DK" smtClean="0"/>
              <a:t>‹nr.›</a:t>
            </a:fld>
            <a:endParaRPr lang="da-DK"/>
          </a:p>
        </p:txBody>
      </p:sp>
    </p:spTree>
    <p:extLst>
      <p:ext uri="{BB962C8B-B14F-4D97-AF65-F5344CB8AC3E}">
        <p14:creationId xmlns:p14="http://schemas.microsoft.com/office/powerpoint/2010/main" val="15536667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fsnitsoverskrift">
    <p:spTree>
      <p:nvGrpSpPr>
        <p:cNvPr id="1" name=""/>
        <p:cNvGrpSpPr/>
        <p:nvPr/>
      </p:nvGrpSpPr>
      <p:grpSpPr>
        <a:xfrm>
          <a:off x="0" y="0"/>
          <a:ext cx="0" cy="0"/>
          <a:chOff x="0" y="0"/>
          <a:chExt cx="0" cy="0"/>
        </a:xfrm>
      </p:grpSpPr>
      <p:sp>
        <p:nvSpPr>
          <p:cNvPr id="2" name="Titel 1"/>
          <p:cNvSpPr>
            <a:spLocks noGrp="1"/>
          </p:cNvSpPr>
          <p:nvPr>
            <p:ph type="title"/>
          </p:nvPr>
        </p:nvSpPr>
        <p:spPr>
          <a:xfrm>
            <a:off x="831850" y="1709738"/>
            <a:ext cx="10515600" cy="2852737"/>
          </a:xfrm>
        </p:spPr>
        <p:txBody>
          <a:bodyPr anchor="b"/>
          <a:lstStyle>
            <a:lvl1pPr>
              <a:defRPr sz="6000"/>
            </a:lvl1pPr>
          </a:lstStyle>
          <a:p>
            <a:r>
              <a:rPr lang="da-DK"/>
              <a:t>Klik for at redigere i master</a:t>
            </a:r>
          </a:p>
        </p:txBody>
      </p:sp>
      <p:sp>
        <p:nvSpPr>
          <p:cNvPr id="3" name="Pladsholder til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a-DK"/>
              <a:t>Rediger typografien i masterens</a:t>
            </a:r>
          </a:p>
        </p:txBody>
      </p:sp>
      <p:sp>
        <p:nvSpPr>
          <p:cNvPr id="4" name="Pladsholder til dato 3"/>
          <p:cNvSpPr>
            <a:spLocks noGrp="1"/>
          </p:cNvSpPr>
          <p:nvPr>
            <p:ph type="dt" sz="half" idx="10"/>
          </p:nvPr>
        </p:nvSpPr>
        <p:spPr/>
        <p:txBody>
          <a:bodyPr/>
          <a:lstStyle/>
          <a:p>
            <a:fld id="{0368D3AC-7580-4185-95B4-18C739C7E0AF}" type="datetimeFigureOut">
              <a:rPr lang="da-DK" smtClean="0"/>
              <a:t>24-02-2026</a:t>
            </a:fld>
            <a:endParaRPr lang="da-DK"/>
          </a:p>
        </p:txBody>
      </p:sp>
      <p:sp>
        <p:nvSpPr>
          <p:cNvPr id="5" name="Pladsholder til sidefod 4"/>
          <p:cNvSpPr>
            <a:spLocks noGrp="1"/>
          </p:cNvSpPr>
          <p:nvPr>
            <p:ph type="ftr" sz="quarter" idx="11"/>
          </p:nvPr>
        </p:nvSpPr>
        <p:spPr/>
        <p:txBody>
          <a:bodyPr/>
          <a:lstStyle/>
          <a:p>
            <a:endParaRPr lang="da-DK"/>
          </a:p>
        </p:txBody>
      </p:sp>
      <p:sp>
        <p:nvSpPr>
          <p:cNvPr id="6" name="Pladsholder til slidenummer 5"/>
          <p:cNvSpPr>
            <a:spLocks noGrp="1"/>
          </p:cNvSpPr>
          <p:nvPr>
            <p:ph type="sldNum" sz="quarter" idx="12"/>
          </p:nvPr>
        </p:nvSpPr>
        <p:spPr/>
        <p:txBody>
          <a:bodyPr/>
          <a:lstStyle/>
          <a:p>
            <a:fld id="{CC0FE1D6-AA21-4AA1-8589-21C70BD6E926}" type="slidenum">
              <a:rPr lang="da-DK" smtClean="0"/>
              <a:t>‹nr.›</a:t>
            </a:fld>
            <a:endParaRPr lang="da-DK"/>
          </a:p>
        </p:txBody>
      </p:sp>
    </p:spTree>
    <p:extLst>
      <p:ext uri="{BB962C8B-B14F-4D97-AF65-F5344CB8AC3E}">
        <p14:creationId xmlns:p14="http://schemas.microsoft.com/office/powerpoint/2010/main" val="9546691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o indholdsobjekter">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a:t>Klik for at redigere i master</a:t>
            </a:r>
          </a:p>
        </p:txBody>
      </p:sp>
      <p:sp>
        <p:nvSpPr>
          <p:cNvPr id="3" name="Pladsholder til indhold 2"/>
          <p:cNvSpPr>
            <a:spLocks noGrp="1"/>
          </p:cNvSpPr>
          <p:nvPr>
            <p:ph sz="half" idx="1"/>
          </p:nvPr>
        </p:nvSpPr>
        <p:spPr>
          <a:xfrm>
            <a:off x="838200" y="1825625"/>
            <a:ext cx="5181600" cy="4351338"/>
          </a:xfrm>
        </p:spPr>
        <p:txBody>
          <a:bodyPr/>
          <a:lstStyle/>
          <a:p>
            <a:pPr lvl="0"/>
            <a:r>
              <a:rPr lang="da-DK"/>
              <a:t>Rediger typografien i masterens</a:t>
            </a:r>
          </a:p>
          <a:p>
            <a:pPr lvl="1"/>
            <a:r>
              <a:rPr lang="da-DK"/>
              <a:t>Andet niveau</a:t>
            </a:r>
          </a:p>
          <a:p>
            <a:pPr lvl="2"/>
            <a:r>
              <a:rPr lang="da-DK"/>
              <a:t>Tredje niveau</a:t>
            </a:r>
          </a:p>
          <a:p>
            <a:pPr lvl="3"/>
            <a:r>
              <a:rPr lang="da-DK"/>
              <a:t>Fjerde niveau</a:t>
            </a:r>
          </a:p>
          <a:p>
            <a:pPr lvl="4"/>
            <a:r>
              <a:rPr lang="da-DK"/>
              <a:t>Femte niveau</a:t>
            </a:r>
          </a:p>
        </p:txBody>
      </p:sp>
      <p:sp>
        <p:nvSpPr>
          <p:cNvPr id="4" name="Pladsholder til indhold 3"/>
          <p:cNvSpPr>
            <a:spLocks noGrp="1"/>
          </p:cNvSpPr>
          <p:nvPr>
            <p:ph sz="half" idx="2"/>
          </p:nvPr>
        </p:nvSpPr>
        <p:spPr>
          <a:xfrm>
            <a:off x="6172200" y="1825625"/>
            <a:ext cx="5181600" cy="4351338"/>
          </a:xfrm>
        </p:spPr>
        <p:txBody>
          <a:bodyPr/>
          <a:lstStyle/>
          <a:p>
            <a:pPr lvl="0"/>
            <a:r>
              <a:rPr lang="da-DK"/>
              <a:t>Rediger typografien i masterens</a:t>
            </a:r>
          </a:p>
          <a:p>
            <a:pPr lvl="1"/>
            <a:r>
              <a:rPr lang="da-DK"/>
              <a:t>Andet niveau</a:t>
            </a:r>
          </a:p>
          <a:p>
            <a:pPr lvl="2"/>
            <a:r>
              <a:rPr lang="da-DK"/>
              <a:t>Tredje niveau</a:t>
            </a:r>
          </a:p>
          <a:p>
            <a:pPr lvl="3"/>
            <a:r>
              <a:rPr lang="da-DK"/>
              <a:t>Fjerde niveau</a:t>
            </a:r>
          </a:p>
          <a:p>
            <a:pPr lvl="4"/>
            <a:r>
              <a:rPr lang="da-DK"/>
              <a:t>Femte niveau</a:t>
            </a:r>
          </a:p>
        </p:txBody>
      </p:sp>
      <p:sp>
        <p:nvSpPr>
          <p:cNvPr id="5" name="Pladsholder til dato 4"/>
          <p:cNvSpPr>
            <a:spLocks noGrp="1"/>
          </p:cNvSpPr>
          <p:nvPr>
            <p:ph type="dt" sz="half" idx="10"/>
          </p:nvPr>
        </p:nvSpPr>
        <p:spPr/>
        <p:txBody>
          <a:bodyPr/>
          <a:lstStyle/>
          <a:p>
            <a:fld id="{0368D3AC-7580-4185-95B4-18C739C7E0AF}" type="datetimeFigureOut">
              <a:rPr lang="da-DK" smtClean="0"/>
              <a:t>24-02-2026</a:t>
            </a:fld>
            <a:endParaRPr lang="da-DK"/>
          </a:p>
        </p:txBody>
      </p:sp>
      <p:sp>
        <p:nvSpPr>
          <p:cNvPr id="6" name="Pladsholder til sidefod 5"/>
          <p:cNvSpPr>
            <a:spLocks noGrp="1"/>
          </p:cNvSpPr>
          <p:nvPr>
            <p:ph type="ftr" sz="quarter" idx="11"/>
          </p:nvPr>
        </p:nvSpPr>
        <p:spPr/>
        <p:txBody>
          <a:bodyPr/>
          <a:lstStyle/>
          <a:p>
            <a:endParaRPr lang="da-DK"/>
          </a:p>
        </p:txBody>
      </p:sp>
      <p:sp>
        <p:nvSpPr>
          <p:cNvPr id="7" name="Pladsholder til slidenummer 6"/>
          <p:cNvSpPr>
            <a:spLocks noGrp="1"/>
          </p:cNvSpPr>
          <p:nvPr>
            <p:ph type="sldNum" sz="quarter" idx="12"/>
          </p:nvPr>
        </p:nvSpPr>
        <p:spPr/>
        <p:txBody>
          <a:bodyPr/>
          <a:lstStyle/>
          <a:p>
            <a:fld id="{CC0FE1D6-AA21-4AA1-8589-21C70BD6E926}" type="slidenum">
              <a:rPr lang="da-DK" smtClean="0"/>
              <a:t>‹nr.›</a:t>
            </a:fld>
            <a:endParaRPr lang="da-DK"/>
          </a:p>
        </p:txBody>
      </p:sp>
    </p:spTree>
    <p:extLst>
      <p:ext uri="{BB962C8B-B14F-4D97-AF65-F5344CB8AC3E}">
        <p14:creationId xmlns:p14="http://schemas.microsoft.com/office/powerpoint/2010/main" val="15123486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el 1"/>
          <p:cNvSpPr>
            <a:spLocks noGrp="1"/>
          </p:cNvSpPr>
          <p:nvPr>
            <p:ph type="title"/>
          </p:nvPr>
        </p:nvSpPr>
        <p:spPr>
          <a:xfrm>
            <a:off x="839788" y="365125"/>
            <a:ext cx="10515600" cy="1325563"/>
          </a:xfrm>
        </p:spPr>
        <p:txBody>
          <a:bodyPr/>
          <a:lstStyle/>
          <a:p>
            <a:r>
              <a:rPr lang="da-DK"/>
              <a:t>Klik for at redigere i master</a:t>
            </a:r>
          </a:p>
        </p:txBody>
      </p:sp>
      <p:sp>
        <p:nvSpPr>
          <p:cNvPr id="3" name="Pladsholder til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a-DK"/>
              <a:t>Rediger typografien i masterens</a:t>
            </a:r>
          </a:p>
        </p:txBody>
      </p:sp>
      <p:sp>
        <p:nvSpPr>
          <p:cNvPr id="4" name="Pladsholder til indhold 3"/>
          <p:cNvSpPr>
            <a:spLocks noGrp="1"/>
          </p:cNvSpPr>
          <p:nvPr>
            <p:ph sz="half" idx="2"/>
          </p:nvPr>
        </p:nvSpPr>
        <p:spPr>
          <a:xfrm>
            <a:off x="839788" y="2505075"/>
            <a:ext cx="5157787" cy="3684588"/>
          </a:xfrm>
        </p:spPr>
        <p:txBody>
          <a:bodyPr/>
          <a:lstStyle/>
          <a:p>
            <a:pPr lvl="0"/>
            <a:r>
              <a:rPr lang="da-DK"/>
              <a:t>Rediger typografien i masterens</a:t>
            </a:r>
          </a:p>
          <a:p>
            <a:pPr lvl="1"/>
            <a:r>
              <a:rPr lang="da-DK"/>
              <a:t>Andet niveau</a:t>
            </a:r>
          </a:p>
          <a:p>
            <a:pPr lvl="2"/>
            <a:r>
              <a:rPr lang="da-DK"/>
              <a:t>Tredje niveau</a:t>
            </a:r>
          </a:p>
          <a:p>
            <a:pPr lvl="3"/>
            <a:r>
              <a:rPr lang="da-DK"/>
              <a:t>Fjerde niveau</a:t>
            </a:r>
          </a:p>
          <a:p>
            <a:pPr lvl="4"/>
            <a:r>
              <a:rPr lang="da-DK"/>
              <a:t>Femte niveau</a:t>
            </a:r>
          </a:p>
        </p:txBody>
      </p:sp>
      <p:sp>
        <p:nvSpPr>
          <p:cNvPr id="5" name="Pladsholder til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a-DK"/>
              <a:t>Rediger typografien i masterens</a:t>
            </a:r>
          </a:p>
        </p:txBody>
      </p:sp>
      <p:sp>
        <p:nvSpPr>
          <p:cNvPr id="6" name="Pladsholder til indhold 5"/>
          <p:cNvSpPr>
            <a:spLocks noGrp="1"/>
          </p:cNvSpPr>
          <p:nvPr>
            <p:ph sz="quarter" idx="4"/>
          </p:nvPr>
        </p:nvSpPr>
        <p:spPr>
          <a:xfrm>
            <a:off x="6172200" y="2505075"/>
            <a:ext cx="5183188" cy="3684588"/>
          </a:xfrm>
        </p:spPr>
        <p:txBody>
          <a:bodyPr/>
          <a:lstStyle/>
          <a:p>
            <a:pPr lvl="0"/>
            <a:r>
              <a:rPr lang="da-DK"/>
              <a:t>Rediger typografien i masterens</a:t>
            </a:r>
          </a:p>
          <a:p>
            <a:pPr lvl="1"/>
            <a:r>
              <a:rPr lang="da-DK"/>
              <a:t>Andet niveau</a:t>
            </a:r>
          </a:p>
          <a:p>
            <a:pPr lvl="2"/>
            <a:r>
              <a:rPr lang="da-DK"/>
              <a:t>Tredje niveau</a:t>
            </a:r>
          </a:p>
          <a:p>
            <a:pPr lvl="3"/>
            <a:r>
              <a:rPr lang="da-DK"/>
              <a:t>Fjerde niveau</a:t>
            </a:r>
          </a:p>
          <a:p>
            <a:pPr lvl="4"/>
            <a:r>
              <a:rPr lang="da-DK"/>
              <a:t>Femte niveau</a:t>
            </a:r>
          </a:p>
        </p:txBody>
      </p:sp>
      <p:sp>
        <p:nvSpPr>
          <p:cNvPr id="7" name="Pladsholder til dato 6"/>
          <p:cNvSpPr>
            <a:spLocks noGrp="1"/>
          </p:cNvSpPr>
          <p:nvPr>
            <p:ph type="dt" sz="half" idx="10"/>
          </p:nvPr>
        </p:nvSpPr>
        <p:spPr/>
        <p:txBody>
          <a:bodyPr/>
          <a:lstStyle/>
          <a:p>
            <a:fld id="{0368D3AC-7580-4185-95B4-18C739C7E0AF}" type="datetimeFigureOut">
              <a:rPr lang="da-DK" smtClean="0"/>
              <a:t>24-02-2026</a:t>
            </a:fld>
            <a:endParaRPr lang="da-DK"/>
          </a:p>
        </p:txBody>
      </p:sp>
      <p:sp>
        <p:nvSpPr>
          <p:cNvPr id="8" name="Pladsholder til sidefod 7"/>
          <p:cNvSpPr>
            <a:spLocks noGrp="1"/>
          </p:cNvSpPr>
          <p:nvPr>
            <p:ph type="ftr" sz="quarter" idx="11"/>
          </p:nvPr>
        </p:nvSpPr>
        <p:spPr/>
        <p:txBody>
          <a:bodyPr/>
          <a:lstStyle/>
          <a:p>
            <a:endParaRPr lang="da-DK"/>
          </a:p>
        </p:txBody>
      </p:sp>
      <p:sp>
        <p:nvSpPr>
          <p:cNvPr id="9" name="Pladsholder til slidenummer 8"/>
          <p:cNvSpPr>
            <a:spLocks noGrp="1"/>
          </p:cNvSpPr>
          <p:nvPr>
            <p:ph type="sldNum" sz="quarter" idx="12"/>
          </p:nvPr>
        </p:nvSpPr>
        <p:spPr/>
        <p:txBody>
          <a:bodyPr/>
          <a:lstStyle/>
          <a:p>
            <a:fld id="{CC0FE1D6-AA21-4AA1-8589-21C70BD6E926}" type="slidenum">
              <a:rPr lang="da-DK" smtClean="0"/>
              <a:t>‹nr.›</a:t>
            </a:fld>
            <a:endParaRPr lang="da-DK"/>
          </a:p>
        </p:txBody>
      </p:sp>
    </p:spTree>
    <p:extLst>
      <p:ext uri="{BB962C8B-B14F-4D97-AF65-F5344CB8AC3E}">
        <p14:creationId xmlns:p14="http://schemas.microsoft.com/office/powerpoint/2010/main" val="21286553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Kun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a:t>Klik for at redigere i master</a:t>
            </a:r>
          </a:p>
        </p:txBody>
      </p:sp>
      <p:sp>
        <p:nvSpPr>
          <p:cNvPr id="3" name="Pladsholder til dato 2"/>
          <p:cNvSpPr>
            <a:spLocks noGrp="1"/>
          </p:cNvSpPr>
          <p:nvPr>
            <p:ph type="dt" sz="half" idx="10"/>
          </p:nvPr>
        </p:nvSpPr>
        <p:spPr/>
        <p:txBody>
          <a:bodyPr/>
          <a:lstStyle/>
          <a:p>
            <a:fld id="{0368D3AC-7580-4185-95B4-18C739C7E0AF}" type="datetimeFigureOut">
              <a:rPr lang="da-DK" smtClean="0"/>
              <a:t>24-02-2026</a:t>
            </a:fld>
            <a:endParaRPr lang="da-DK"/>
          </a:p>
        </p:txBody>
      </p:sp>
      <p:sp>
        <p:nvSpPr>
          <p:cNvPr id="4" name="Pladsholder til sidefod 3"/>
          <p:cNvSpPr>
            <a:spLocks noGrp="1"/>
          </p:cNvSpPr>
          <p:nvPr>
            <p:ph type="ftr" sz="quarter" idx="11"/>
          </p:nvPr>
        </p:nvSpPr>
        <p:spPr/>
        <p:txBody>
          <a:bodyPr/>
          <a:lstStyle/>
          <a:p>
            <a:endParaRPr lang="da-DK"/>
          </a:p>
        </p:txBody>
      </p:sp>
      <p:sp>
        <p:nvSpPr>
          <p:cNvPr id="5" name="Pladsholder til slidenummer 4"/>
          <p:cNvSpPr>
            <a:spLocks noGrp="1"/>
          </p:cNvSpPr>
          <p:nvPr>
            <p:ph type="sldNum" sz="quarter" idx="12"/>
          </p:nvPr>
        </p:nvSpPr>
        <p:spPr/>
        <p:txBody>
          <a:bodyPr/>
          <a:lstStyle/>
          <a:p>
            <a:fld id="{CC0FE1D6-AA21-4AA1-8589-21C70BD6E926}" type="slidenum">
              <a:rPr lang="da-DK" smtClean="0"/>
              <a:t>‹nr.›</a:t>
            </a:fld>
            <a:endParaRPr lang="da-DK"/>
          </a:p>
        </p:txBody>
      </p:sp>
    </p:spTree>
    <p:extLst>
      <p:ext uri="{BB962C8B-B14F-4D97-AF65-F5344CB8AC3E}">
        <p14:creationId xmlns:p14="http://schemas.microsoft.com/office/powerpoint/2010/main" val="17045104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Pladsholder til dato 1"/>
          <p:cNvSpPr>
            <a:spLocks noGrp="1"/>
          </p:cNvSpPr>
          <p:nvPr>
            <p:ph type="dt" sz="half" idx="10"/>
          </p:nvPr>
        </p:nvSpPr>
        <p:spPr/>
        <p:txBody>
          <a:bodyPr/>
          <a:lstStyle/>
          <a:p>
            <a:fld id="{0368D3AC-7580-4185-95B4-18C739C7E0AF}" type="datetimeFigureOut">
              <a:rPr lang="da-DK" smtClean="0"/>
              <a:t>24-02-2026</a:t>
            </a:fld>
            <a:endParaRPr lang="da-DK"/>
          </a:p>
        </p:txBody>
      </p:sp>
      <p:sp>
        <p:nvSpPr>
          <p:cNvPr id="3" name="Pladsholder til sidefod 2"/>
          <p:cNvSpPr>
            <a:spLocks noGrp="1"/>
          </p:cNvSpPr>
          <p:nvPr>
            <p:ph type="ftr" sz="quarter" idx="11"/>
          </p:nvPr>
        </p:nvSpPr>
        <p:spPr/>
        <p:txBody>
          <a:bodyPr/>
          <a:lstStyle/>
          <a:p>
            <a:endParaRPr lang="da-DK"/>
          </a:p>
        </p:txBody>
      </p:sp>
      <p:sp>
        <p:nvSpPr>
          <p:cNvPr id="4" name="Pladsholder til slidenummer 3"/>
          <p:cNvSpPr>
            <a:spLocks noGrp="1"/>
          </p:cNvSpPr>
          <p:nvPr>
            <p:ph type="sldNum" sz="quarter" idx="12"/>
          </p:nvPr>
        </p:nvSpPr>
        <p:spPr/>
        <p:txBody>
          <a:bodyPr/>
          <a:lstStyle/>
          <a:p>
            <a:fld id="{CC0FE1D6-AA21-4AA1-8589-21C70BD6E926}" type="slidenum">
              <a:rPr lang="da-DK" smtClean="0"/>
              <a:t>‹nr.›</a:t>
            </a:fld>
            <a:endParaRPr lang="da-DK"/>
          </a:p>
        </p:txBody>
      </p:sp>
    </p:spTree>
    <p:extLst>
      <p:ext uri="{BB962C8B-B14F-4D97-AF65-F5344CB8AC3E}">
        <p14:creationId xmlns:p14="http://schemas.microsoft.com/office/powerpoint/2010/main" val="3618014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dhold med billedteks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a-DK"/>
              <a:t>Klik for at redigere i master</a:t>
            </a:r>
          </a:p>
        </p:txBody>
      </p:sp>
      <p:sp>
        <p:nvSpPr>
          <p:cNvPr id="3" name="Pladsholder til ind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a-DK"/>
              <a:t>Rediger typografien i masterens</a:t>
            </a:r>
          </a:p>
          <a:p>
            <a:pPr lvl="1"/>
            <a:r>
              <a:rPr lang="da-DK"/>
              <a:t>Andet niveau</a:t>
            </a:r>
          </a:p>
          <a:p>
            <a:pPr lvl="2"/>
            <a:r>
              <a:rPr lang="da-DK"/>
              <a:t>Tredje niveau</a:t>
            </a:r>
          </a:p>
          <a:p>
            <a:pPr lvl="3"/>
            <a:r>
              <a:rPr lang="da-DK"/>
              <a:t>Fjerde niveau</a:t>
            </a:r>
          </a:p>
          <a:p>
            <a:pPr lvl="4"/>
            <a:r>
              <a:rPr lang="da-DK"/>
              <a:t>Femte niveau</a:t>
            </a:r>
          </a:p>
        </p:txBody>
      </p:sp>
      <p:sp>
        <p:nvSpPr>
          <p:cNvPr id="4" name="Pladsholder til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Rediger typografien i masterens</a:t>
            </a:r>
          </a:p>
        </p:txBody>
      </p:sp>
      <p:sp>
        <p:nvSpPr>
          <p:cNvPr id="5" name="Pladsholder til dato 4"/>
          <p:cNvSpPr>
            <a:spLocks noGrp="1"/>
          </p:cNvSpPr>
          <p:nvPr>
            <p:ph type="dt" sz="half" idx="10"/>
          </p:nvPr>
        </p:nvSpPr>
        <p:spPr/>
        <p:txBody>
          <a:bodyPr/>
          <a:lstStyle/>
          <a:p>
            <a:fld id="{0368D3AC-7580-4185-95B4-18C739C7E0AF}" type="datetimeFigureOut">
              <a:rPr lang="da-DK" smtClean="0"/>
              <a:t>24-02-2026</a:t>
            </a:fld>
            <a:endParaRPr lang="da-DK"/>
          </a:p>
        </p:txBody>
      </p:sp>
      <p:sp>
        <p:nvSpPr>
          <p:cNvPr id="6" name="Pladsholder til sidefod 5"/>
          <p:cNvSpPr>
            <a:spLocks noGrp="1"/>
          </p:cNvSpPr>
          <p:nvPr>
            <p:ph type="ftr" sz="quarter" idx="11"/>
          </p:nvPr>
        </p:nvSpPr>
        <p:spPr/>
        <p:txBody>
          <a:bodyPr/>
          <a:lstStyle/>
          <a:p>
            <a:endParaRPr lang="da-DK"/>
          </a:p>
        </p:txBody>
      </p:sp>
      <p:sp>
        <p:nvSpPr>
          <p:cNvPr id="7" name="Pladsholder til slidenummer 6"/>
          <p:cNvSpPr>
            <a:spLocks noGrp="1"/>
          </p:cNvSpPr>
          <p:nvPr>
            <p:ph type="sldNum" sz="quarter" idx="12"/>
          </p:nvPr>
        </p:nvSpPr>
        <p:spPr/>
        <p:txBody>
          <a:bodyPr/>
          <a:lstStyle/>
          <a:p>
            <a:fld id="{CC0FE1D6-AA21-4AA1-8589-21C70BD6E926}" type="slidenum">
              <a:rPr lang="da-DK" smtClean="0"/>
              <a:t>‹nr.›</a:t>
            </a:fld>
            <a:endParaRPr lang="da-DK"/>
          </a:p>
        </p:txBody>
      </p:sp>
    </p:spTree>
    <p:extLst>
      <p:ext uri="{BB962C8B-B14F-4D97-AF65-F5344CB8AC3E}">
        <p14:creationId xmlns:p14="http://schemas.microsoft.com/office/powerpoint/2010/main" val="11269906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lede med billedteks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a-DK"/>
              <a:t>Klik for at redigere i master</a:t>
            </a:r>
          </a:p>
        </p:txBody>
      </p:sp>
      <p:sp>
        <p:nvSpPr>
          <p:cNvPr id="3" name="Pladsholder til bille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a-DK"/>
          </a:p>
        </p:txBody>
      </p:sp>
      <p:sp>
        <p:nvSpPr>
          <p:cNvPr id="4" name="Pladsholder til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Rediger typografien i masterens</a:t>
            </a:r>
          </a:p>
        </p:txBody>
      </p:sp>
      <p:sp>
        <p:nvSpPr>
          <p:cNvPr id="5" name="Pladsholder til dato 4"/>
          <p:cNvSpPr>
            <a:spLocks noGrp="1"/>
          </p:cNvSpPr>
          <p:nvPr>
            <p:ph type="dt" sz="half" idx="10"/>
          </p:nvPr>
        </p:nvSpPr>
        <p:spPr/>
        <p:txBody>
          <a:bodyPr/>
          <a:lstStyle/>
          <a:p>
            <a:fld id="{0368D3AC-7580-4185-95B4-18C739C7E0AF}" type="datetimeFigureOut">
              <a:rPr lang="da-DK" smtClean="0"/>
              <a:t>24-02-2026</a:t>
            </a:fld>
            <a:endParaRPr lang="da-DK"/>
          </a:p>
        </p:txBody>
      </p:sp>
      <p:sp>
        <p:nvSpPr>
          <p:cNvPr id="6" name="Pladsholder til sidefod 5"/>
          <p:cNvSpPr>
            <a:spLocks noGrp="1"/>
          </p:cNvSpPr>
          <p:nvPr>
            <p:ph type="ftr" sz="quarter" idx="11"/>
          </p:nvPr>
        </p:nvSpPr>
        <p:spPr/>
        <p:txBody>
          <a:bodyPr/>
          <a:lstStyle/>
          <a:p>
            <a:endParaRPr lang="da-DK"/>
          </a:p>
        </p:txBody>
      </p:sp>
      <p:sp>
        <p:nvSpPr>
          <p:cNvPr id="7" name="Pladsholder til slidenummer 6"/>
          <p:cNvSpPr>
            <a:spLocks noGrp="1"/>
          </p:cNvSpPr>
          <p:nvPr>
            <p:ph type="sldNum" sz="quarter" idx="12"/>
          </p:nvPr>
        </p:nvSpPr>
        <p:spPr/>
        <p:txBody>
          <a:bodyPr/>
          <a:lstStyle/>
          <a:p>
            <a:fld id="{CC0FE1D6-AA21-4AA1-8589-21C70BD6E926}" type="slidenum">
              <a:rPr lang="da-DK" smtClean="0"/>
              <a:t>‹nr.›</a:t>
            </a:fld>
            <a:endParaRPr lang="da-DK"/>
          </a:p>
        </p:txBody>
      </p:sp>
    </p:spTree>
    <p:extLst>
      <p:ext uri="{BB962C8B-B14F-4D97-AF65-F5344CB8AC3E}">
        <p14:creationId xmlns:p14="http://schemas.microsoft.com/office/powerpoint/2010/main" val="10112071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og lodret teks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a:t>Klik for at redigere i master</a:t>
            </a:r>
          </a:p>
        </p:txBody>
      </p:sp>
      <p:sp>
        <p:nvSpPr>
          <p:cNvPr id="3" name="Pladsholder til lodret titel 2"/>
          <p:cNvSpPr>
            <a:spLocks noGrp="1"/>
          </p:cNvSpPr>
          <p:nvPr>
            <p:ph type="body" orient="vert" idx="1"/>
          </p:nvPr>
        </p:nvSpPr>
        <p:spPr/>
        <p:txBody>
          <a:bodyPr vert="eaVert"/>
          <a:lstStyle/>
          <a:p>
            <a:pPr lvl="0"/>
            <a:r>
              <a:rPr lang="da-DK"/>
              <a:t>Rediger typografien i masterens</a:t>
            </a:r>
          </a:p>
          <a:p>
            <a:pPr lvl="1"/>
            <a:r>
              <a:rPr lang="da-DK"/>
              <a:t>Andet niveau</a:t>
            </a:r>
          </a:p>
          <a:p>
            <a:pPr lvl="2"/>
            <a:r>
              <a:rPr lang="da-DK"/>
              <a:t>Tredje niveau</a:t>
            </a:r>
          </a:p>
          <a:p>
            <a:pPr lvl="3"/>
            <a:r>
              <a:rPr lang="da-DK"/>
              <a:t>Fjerde niveau</a:t>
            </a:r>
          </a:p>
          <a:p>
            <a:pPr lvl="4"/>
            <a:r>
              <a:rPr lang="da-DK"/>
              <a:t>Femte niveau</a:t>
            </a:r>
          </a:p>
        </p:txBody>
      </p:sp>
      <p:sp>
        <p:nvSpPr>
          <p:cNvPr id="4" name="Pladsholder til dato 3"/>
          <p:cNvSpPr>
            <a:spLocks noGrp="1"/>
          </p:cNvSpPr>
          <p:nvPr>
            <p:ph type="dt" sz="half" idx="10"/>
          </p:nvPr>
        </p:nvSpPr>
        <p:spPr/>
        <p:txBody>
          <a:bodyPr/>
          <a:lstStyle/>
          <a:p>
            <a:fld id="{0368D3AC-7580-4185-95B4-18C739C7E0AF}" type="datetimeFigureOut">
              <a:rPr lang="da-DK" smtClean="0"/>
              <a:t>24-02-2026</a:t>
            </a:fld>
            <a:endParaRPr lang="da-DK"/>
          </a:p>
        </p:txBody>
      </p:sp>
      <p:sp>
        <p:nvSpPr>
          <p:cNvPr id="5" name="Pladsholder til sidefod 4"/>
          <p:cNvSpPr>
            <a:spLocks noGrp="1"/>
          </p:cNvSpPr>
          <p:nvPr>
            <p:ph type="ftr" sz="quarter" idx="11"/>
          </p:nvPr>
        </p:nvSpPr>
        <p:spPr/>
        <p:txBody>
          <a:bodyPr/>
          <a:lstStyle/>
          <a:p>
            <a:endParaRPr lang="da-DK"/>
          </a:p>
        </p:txBody>
      </p:sp>
      <p:sp>
        <p:nvSpPr>
          <p:cNvPr id="6" name="Pladsholder til slidenummer 5"/>
          <p:cNvSpPr>
            <a:spLocks noGrp="1"/>
          </p:cNvSpPr>
          <p:nvPr>
            <p:ph type="sldNum" sz="quarter" idx="12"/>
          </p:nvPr>
        </p:nvSpPr>
        <p:spPr/>
        <p:txBody>
          <a:bodyPr/>
          <a:lstStyle/>
          <a:p>
            <a:fld id="{CC0FE1D6-AA21-4AA1-8589-21C70BD6E926}" type="slidenum">
              <a:rPr lang="da-DK" smtClean="0"/>
              <a:t>‹nr.›</a:t>
            </a:fld>
            <a:endParaRPr lang="da-DK"/>
          </a:p>
        </p:txBody>
      </p:sp>
    </p:spTree>
    <p:extLst>
      <p:ext uri="{BB962C8B-B14F-4D97-AF65-F5344CB8AC3E}">
        <p14:creationId xmlns:p14="http://schemas.microsoft.com/office/powerpoint/2010/main" val="5010513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et titel og tekst">
    <p:spTree>
      <p:nvGrpSpPr>
        <p:cNvPr id="1" name=""/>
        <p:cNvGrpSpPr/>
        <p:nvPr/>
      </p:nvGrpSpPr>
      <p:grpSpPr>
        <a:xfrm>
          <a:off x="0" y="0"/>
          <a:ext cx="0" cy="0"/>
          <a:chOff x="0" y="0"/>
          <a:chExt cx="0" cy="0"/>
        </a:xfrm>
      </p:grpSpPr>
      <p:sp>
        <p:nvSpPr>
          <p:cNvPr id="2" name="Lodret titel 1"/>
          <p:cNvSpPr>
            <a:spLocks noGrp="1"/>
          </p:cNvSpPr>
          <p:nvPr>
            <p:ph type="title" orient="vert"/>
          </p:nvPr>
        </p:nvSpPr>
        <p:spPr>
          <a:xfrm>
            <a:off x="8724900" y="365125"/>
            <a:ext cx="2628900" cy="5811838"/>
          </a:xfrm>
        </p:spPr>
        <p:txBody>
          <a:bodyPr vert="eaVert"/>
          <a:lstStyle/>
          <a:p>
            <a:r>
              <a:rPr lang="da-DK"/>
              <a:t>Klik for at redigere i master</a:t>
            </a:r>
          </a:p>
        </p:txBody>
      </p:sp>
      <p:sp>
        <p:nvSpPr>
          <p:cNvPr id="3" name="Pladsholder til lodret titel 2"/>
          <p:cNvSpPr>
            <a:spLocks noGrp="1"/>
          </p:cNvSpPr>
          <p:nvPr>
            <p:ph type="body" orient="vert" idx="1"/>
          </p:nvPr>
        </p:nvSpPr>
        <p:spPr>
          <a:xfrm>
            <a:off x="838200" y="365125"/>
            <a:ext cx="7734300" cy="5811838"/>
          </a:xfrm>
        </p:spPr>
        <p:txBody>
          <a:bodyPr vert="eaVert"/>
          <a:lstStyle/>
          <a:p>
            <a:pPr lvl="0"/>
            <a:r>
              <a:rPr lang="da-DK"/>
              <a:t>Rediger typografien i masterens</a:t>
            </a:r>
          </a:p>
          <a:p>
            <a:pPr lvl="1"/>
            <a:r>
              <a:rPr lang="da-DK"/>
              <a:t>Andet niveau</a:t>
            </a:r>
          </a:p>
          <a:p>
            <a:pPr lvl="2"/>
            <a:r>
              <a:rPr lang="da-DK"/>
              <a:t>Tredje niveau</a:t>
            </a:r>
          </a:p>
          <a:p>
            <a:pPr lvl="3"/>
            <a:r>
              <a:rPr lang="da-DK"/>
              <a:t>Fjerde niveau</a:t>
            </a:r>
          </a:p>
          <a:p>
            <a:pPr lvl="4"/>
            <a:r>
              <a:rPr lang="da-DK"/>
              <a:t>Femte niveau</a:t>
            </a:r>
          </a:p>
        </p:txBody>
      </p:sp>
      <p:sp>
        <p:nvSpPr>
          <p:cNvPr id="4" name="Pladsholder til dato 3"/>
          <p:cNvSpPr>
            <a:spLocks noGrp="1"/>
          </p:cNvSpPr>
          <p:nvPr>
            <p:ph type="dt" sz="half" idx="10"/>
          </p:nvPr>
        </p:nvSpPr>
        <p:spPr/>
        <p:txBody>
          <a:bodyPr/>
          <a:lstStyle/>
          <a:p>
            <a:fld id="{0368D3AC-7580-4185-95B4-18C739C7E0AF}" type="datetimeFigureOut">
              <a:rPr lang="da-DK" smtClean="0"/>
              <a:t>24-02-2026</a:t>
            </a:fld>
            <a:endParaRPr lang="da-DK"/>
          </a:p>
        </p:txBody>
      </p:sp>
      <p:sp>
        <p:nvSpPr>
          <p:cNvPr id="5" name="Pladsholder til sidefod 4"/>
          <p:cNvSpPr>
            <a:spLocks noGrp="1"/>
          </p:cNvSpPr>
          <p:nvPr>
            <p:ph type="ftr" sz="quarter" idx="11"/>
          </p:nvPr>
        </p:nvSpPr>
        <p:spPr/>
        <p:txBody>
          <a:bodyPr/>
          <a:lstStyle/>
          <a:p>
            <a:endParaRPr lang="da-DK"/>
          </a:p>
        </p:txBody>
      </p:sp>
      <p:sp>
        <p:nvSpPr>
          <p:cNvPr id="6" name="Pladsholder til slidenummer 5"/>
          <p:cNvSpPr>
            <a:spLocks noGrp="1"/>
          </p:cNvSpPr>
          <p:nvPr>
            <p:ph type="sldNum" sz="quarter" idx="12"/>
          </p:nvPr>
        </p:nvSpPr>
        <p:spPr/>
        <p:txBody>
          <a:bodyPr/>
          <a:lstStyle/>
          <a:p>
            <a:fld id="{CC0FE1D6-AA21-4AA1-8589-21C70BD6E926}" type="slidenum">
              <a:rPr lang="da-DK" smtClean="0"/>
              <a:t>‹nr.›</a:t>
            </a:fld>
            <a:endParaRPr lang="da-DK"/>
          </a:p>
        </p:txBody>
      </p:sp>
    </p:spTree>
    <p:extLst>
      <p:ext uri="{BB962C8B-B14F-4D97-AF65-F5344CB8AC3E}">
        <p14:creationId xmlns:p14="http://schemas.microsoft.com/office/powerpoint/2010/main" val="24051673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ti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a-DK"/>
              <a:t>Klik for at redigere i master</a:t>
            </a:r>
          </a:p>
        </p:txBody>
      </p:sp>
      <p:sp>
        <p:nvSpPr>
          <p:cNvPr id="3" name="Pladsholder til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a-DK"/>
              <a:t>Rediger typografien i masterens</a:t>
            </a:r>
          </a:p>
          <a:p>
            <a:pPr lvl="1"/>
            <a:r>
              <a:rPr lang="da-DK"/>
              <a:t>Andet niveau</a:t>
            </a:r>
          </a:p>
          <a:p>
            <a:pPr lvl="2"/>
            <a:r>
              <a:rPr lang="da-DK"/>
              <a:t>Tredje niveau</a:t>
            </a:r>
          </a:p>
          <a:p>
            <a:pPr lvl="3"/>
            <a:r>
              <a:rPr lang="da-DK"/>
              <a:t>Fjerde niveau</a:t>
            </a:r>
          </a:p>
          <a:p>
            <a:pPr lvl="4"/>
            <a:r>
              <a:rPr lang="da-DK"/>
              <a:t>Femte niveau</a:t>
            </a:r>
          </a:p>
        </p:txBody>
      </p:sp>
      <p:sp>
        <p:nvSpPr>
          <p:cNvPr id="4" name="Pladsholder til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68D3AC-7580-4185-95B4-18C739C7E0AF}" type="datetimeFigureOut">
              <a:rPr lang="da-DK" smtClean="0"/>
              <a:t>24-02-2026</a:t>
            </a:fld>
            <a:endParaRPr lang="da-DK"/>
          </a:p>
        </p:txBody>
      </p:sp>
      <p:sp>
        <p:nvSpPr>
          <p:cNvPr id="5"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a-DK"/>
          </a:p>
        </p:txBody>
      </p:sp>
      <p:sp>
        <p:nvSpPr>
          <p:cNvPr id="6" name="Pladsholder til sli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0FE1D6-AA21-4AA1-8589-21C70BD6E926}" type="slidenum">
              <a:rPr lang="da-DK" smtClean="0"/>
              <a:t>‹nr.›</a:t>
            </a:fld>
            <a:endParaRPr lang="da-DK"/>
          </a:p>
        </p:txBody>
      </p:sp>
    </p:spTree>
    <p:extLst>
      <p:ext uri="{BB962C8B-B14F-4D97-AF65-F5344CB8AC3E}">
        <p14:creationId xmlns:p14="http://schemas.microsoft.com/office/powerpoint/2010/main" val="17667586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jens-jakob.kjer.moller@rsyd.d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4.xml"/><Relationship Id="rId7" Type="http://schemas.openxmlformats.org/officeDocument/2006/relationships/hyperlink" Target="https://www.slido.com/powerpoint-polling?utm_source=powerpoint&amp;utm_medium=placeholder-slide" TargetMode="External"/><Relationship Id="rId12" Type="http://schemas.openxmlformats.org/officeDocument/2006/relationships/image" Target="../media/image6.sv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2.svg"/><Relationship Id="rId11" Type="http://schemas.openxmlformats.org/officeDocument/2006/relationships/image" Target="../media/image5.png"/><Relationship Id="rId5" Type="http://schemas.openxmlformats.org/officeDocument/2006/relationships/image" Target="../media/image1.png"/><Relationship Id="rId10" Type="http://schemas.openxmlformats.org/officeDocument/2006/relationships/hyperlink" Target="https://www.slido.com/support/ppi/how-to-change-the-design" TargetMode="External"/><Relationship Id="rId4" Type="http://schemas.openxmlformats.org/officeDocument/2006/relationships/slideLayout" Target="../slideLayouts/slideLayout7.xml"/><Relationship Id="rId9" Type="http://schemas.openxmlformats.org/officeDocument/2006/relationships/image" Target="../media/image4.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7.xml"/><Relationship Id="rId7" Type="http://schemas.openxmlformats.org/officeDocument/2006/relationships/hyperlink" Target="https://www.slido.com/powerpoint-polling?utm_source=powerpoint&amp;utm_medium=placeholder-slide" TargetMode="External"/><Relationship Id="rId12" Type="http://schemas.openxmlformats.org/officeDocument/2006/relationships/image" Target="../media/image6.svg"/><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2.svg"/><Relationship Id="rId11" Type="http://schemas.openxmlformats.org/officeDocument/2006/relationships/image" Target="../media/image5.png"/><Relationship Id="rId5" Type="http://schemas.openxmlformats.org/officeDocument/2006/relationships/image" Target="../media/image1.png"/><Relationship Id="rId10" Type="http://schemas.openxmlformats.org/officeDocument/2006/relationships/hyperlink" Target="https://www.slido.com/support/ppi/how-to-change-the-design" TargetMode="External"/><Relationship Id="rId4" Type="http://schemas.openxmlformats.org/officeDocument/2006/relationships/slideLayout" Target="../slideLayouts/slideLayout7.xml"/><Relationship Id="rId9" Type="http://schemas.openxmlformats.org/officeDocument/2006/relationships/image" Target="../media/image4.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10.xml"/><Relationship Id="rId7" Type="http://schemas.openxmlformats.org/officeDocument/2006/relationships/hyperlink" Target="https://www.slido.com/powerpoint-polling?utm_source=powerpoint&amp;utm_medium=placeholder-slide" TargetMode="External"/><Relationship Id="rId12" Type="http://schemas.openxmlformats.org/officeDocument/2006/relationships/image" Target="../media/image6.sv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2.svg"/><Relationship Id="rId11" Type="http://schemas.openxmlformats.org/officeDocument/2006/relationships/image" Target="../media/image5.png"/><Relationship Id="rId5" Type="http://schemas.openxmlformats.org/officeDocument/2006/relationships/image" Target="../media/image1.png"/><Relationship Id="rId10" Type="http://schemas.openxmlformats.org/officeDocument/2006/relationships/hyperlink" Target="https://www.slido.com/support/ppi/how-to-change-the-design" TargetMode="External"/><Relationship Id="rId4" Type="http://schemas.openxmlformats.org/officeDocument/2006/relationships/slideLayout" Target="../slideLayouts/slideLayout7.xml"/><Relationship Id="rId9" Type="http://schemas.openxmlformats.org/officeDocument/2006/relationships/image" Target="../media/image4.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13.xml"/><Relationship Id="rId7" Type="http://schemas.openxmlformats.org/officeDocument/2006/relationships/hyperlink" Target="https://www.slido.com/powerpoint-polling?utm_source=powerpoint&amp;utm_medium=placeholder-slide" TargetMode="External"/><Relationship Id="rId12" Type="http://schemas.openxmlformats.org/officeDocument/2006/relationships/image" Target="../media/image6.svg"/><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image" Target="../media/image2.svg"/><Relationship Id="rId11" Type="http://schemas.openxmlformats.org/officeDocument/2006/relationships/image" Target="../media/image5.png"/><Relationship Id="rId5" Type="http://schemas.openxmlformats.org/officeDocument/2006/relationships/image" Target="../media/image1.png"/><Relationship Id="rId10" Type="http://schemas.openxmlformats.org/officeDocument/2006/relationships/hyperlink" Target="https://www.slido.com/support/ppi/how-to-change-the-design" TargetMode="External"/><Relationship Id="rId4" Type="http://schemas.openxmlformats.org/officeDocument/2006/relationships/slideLayout" Target="../slideLayouts/slideLayout7.xml"/><Relationship Id="rId9" Type="http://schemas.openxmlformats.org/officeDocument/2006/relationships/image" Target="../media/image4.sv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16.xml"/><Relationship Id="rId7" Type="http://schemas.openxmlformats.org/officeDocument/2006/relationships/hyperlink" Target="https://www.slido.com/powerpoint-polling?utm_source=powerpoint&amp;utm_medium=placeholder-slide" TargetMode="External"/><Relationship Id="rId12" Type="http://schemas.openxmlformats.org/officeDocument/2006/relationships/image" Target="../media/image6.svg"/><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2.svg"/><Relationship Id="rId11" Type="http://schemas.openxmlformats.org/officeDocument/2006/relationships/image" Target="../media/image5.png"/><Relationship Id="rId5" Type="http://schemas.openxmlformats.org/officeDocument/2006/relationships/image" Target="../media/image1.png"/><Relationship Id="rId10" Type="http://schemas.openxmlformats.org/officeDocument/2006/relationships/hyperlink" Target="https://www.slido.com/support/ppi/how-to-change-the-design" TargetMode="External"/><Relationship Id="rId4" Type="http://schemas.openxmlformats.org/officeDocument/2006/relationships/slideLayout" Target="../slideLayouts/slideLayout7.xml"/><Relationship Id="rId9" Type="http://schemas.openxmlformats.org/officeDocument/2006/relationships/image" Target="../media/image4.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19.xml"/><Relationship Id="rId7" Type="http://schemas.openxmlformats.org/officeDocument/2006/relationships/hyperlink" Target="https://www.slido.com/powerpoint-polling?utm_source=powerpoint&amp;utm_medium=placeholder-slide" TargetMode="External"/><Relationship Id="rId12" Type="http://schemas.openxmlformats.org/officeDocument/2006/relationships/image" Target="../media/image11.svg"/><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9.svg"/><Relationship Id="rId11" Type="http://schemas.openxmlformats.org/officeDocument/2006/relationships/image" Target="../media/image5.png"/><Relationship Id="rId5" Type="http://schemas.openxmlformats.org/officeDocument/2006/relationships/image" Target="../media/image8.png"/><Relationship Id="rId10" Type="http://schemas.openxmlformats.org/officeDocument/2006/relationships/hyperlink" Target="https://www.slido.com/support/ppi/how-to-change-the-design" TargetMode="External"/><Relationship Id="rId4" Type="http://schemas.openxmlformats.org/officeDocument/2006/relationships/slideLayout" Target="../slideLayouts/slideLayout7.xml"/><Relationship Id="rId9" Type="http://schemas.openxmlformats.org/officeDocument/2006/relationships/image" Target="../media/image10.svg"/></Relationships>
</file>

<file path=ppt/slides/_rels/slide1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22.xml"/><Relationship Id="rId7" Type="http://schemas.openxmlformats.org/officeDocument/2006/relationships/hyperlink" Target="https://www.slido.com/powerpoint-polling?utm_source=powerpoint&amp;utm_medium=placeholder-slide" TargetMode="External"/><Relationship Id="rId12" Type="http://schemas.openxmlformats.org/officeDocument/2006/relationships/image" Target="../media/image6.svg"/><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image" Target="../media/image2.svg"/><Relationship Id="rId11" Type="http://schemas.openxmlformats.org/officeDocument/2006/relationships/image" Target="../media/image5.png"/><Relationship Id="rId5" Type="http://schemas.openxmlformats.org/officeDocument/2006/relationships/image" Target="../media/image1.png"/><Relationship Id="rId10" Type="http://schemas.openxmlformats.org/officeDocument/2006/relationships/hyperlink" Target="https://www.slido.com/support/ppi/how-to-change-the-design" TargetMode="External"/><Relationship Id="rId4" Type="http://schemas.openxmlformats.org/officeDocument/2006/relationships/slideLayout" Target="../slideLayouts/slideLayout7.xml"/><Relationship Id="rId9" Type="http://schemas.openxmlformats.org/officeDocument/2006/relationships/image" Target="../media/image4.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25.xml"/><Relationship Id="rId7" Type="http://schemas.openxmlformats.org/officeDocument/2006/relationships/hyperlink" Target="https://www.slido.com/powerpoint-polling?utm_source=powerpoint&amp;utm_medium=placeholder-slide" TargetMode="External"/><Relationship Id="rId12" Type="http://schemas.openxmlformats.org/officeDocument/2006/relationships/image" Target="../media/image11.svg"/><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image" Target="../media/image2.svg"/><Relationship Id="rId11" Type="http://schemas.openxmlformats.org/officeDocument/2006/relationships/image" Target="../media/image5.png"/><Relationship Id="rId5" Type="http://schemas.openxmlformats.org/officeDocument/2006/relationships/image" Target="../media/image1.png"/><Relationship Id="rId10" Type="http://schemas.openxmlformats.org/officeDocument/2006/relationships/hyperlink" Target="https://www.slido.com/support/ppi/how-to-change-the-design" TargetMode="External"/><Relationship Id="rId4" Type="http://schemas.openxmlformats.org/officeDocument/2006/relationships/slideLayout" Target="../slideLayouts/slideLayout7.xml"/><Relationship Id="rId9" Type="http://schemas.openxmlformats.org/officeDocument/2006/relationships/image" Target="../media/image10.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28.xml"/><Relationship Id="rId7" Type="http://schemas.openxmlformats.org/officeDocument/2006/relationships/hyperlink" Target="https://www.slido.com/powerpoint-polling?utm_source=powerpoint&amp;utm_medium=placeholder-slide" TargetMode="External"/><Relationship Id="rId12" Type="http://schemas.openxmlformats.org/officeDocument/2006/relationships/image" Target="../media/image6.sv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image" Target="../media/image2.svg"/><Relationship Id="rId11" Type="http://schemas.openxmlformats.org/officeDocument/2006/relationships/image" Target="../media/image5.png"/><Relationship Id="rId5" Type="http://schemas.openxmlformats.org/officeDocument/2006/relationships/image" Target="../media/image1.png"/><Relationship Id="rId10" Type="http://schemas.openxmlformats.org/officeDocument/2006/relationships/hyperlink" Target="https://www.slido.com/support/ppi/how-to-change-the-design" TargetMode="External"/><Relationship Id="rId4" Type="http://schemas.openxmlformats.org/officeDocument/2006/relationships/slideLayout" Target="../slideLayouts/slideLayout7.xml"/><Relationship Id="rId9" Type="http://schemas.openxmlformats.org/officeDocument/2006/relationships/image" Target="../media/image4.sv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31.xml"/><Relationship Id="rId7" Type="http://schemas.openxmlformats.org/officeDocument/2006/relationships/hyperlink" Target="https://www.slido.com/powerpoint-polling?utm_source=powerpoint&amp;utm_medium=placeholder-slide" TargetMode="External"/><Relationship Id="rId12" Type="http://schemas.openxmlformats.org/officeDocument/2006/relationships/image" Target="../media/image6.svg"/><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2.svg"/><Relationship Id="rId11" Type="http://schemas.openxmlformats.org/officeDocument/2006/relationships/image" Target="../media/image5.png"/><Relationship Id="rId5" Type="http://schemas.openxmlformats.org/officeDocument/2006/relationships/image" Target="../media/image1.png"/><Relationship Id="rId10" Type="http://schemas.openxmlformats.org/officeDocument/2006/relationships/hyperlink" Target="https://www.slido.com/support/ppi/how-to-change-the-design" TargetMode="External"/><Relationship Id="rId4" Type="http://schemas.openxmlformats.org/officeDocument/2006/relationships/slideLayout" Target="../slideLayouts/slideLayout7.xml"/><Relationship Id="rId9" Type="http://schemas.openxmlformats.org/officeDocument/2006/relationships/image" Target="../media/image4.sv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da-DK" dirty="0"/>
              <a:t>EPI 3 Konfundering quiz</a:t>
            </a:r>
          </a:p>
        </p:txBody>
      </p:sp>
      <p:sp>
        <p:nvSpPr>
          <p:cNvPr id="3" name="Undertitel 2"/>
          <p:cNvSpPr>
            <a:spLocks noGrp="1"/>
          </p:cNvSpPr>
          <p:nvPr>
            <p:ph type="subTitle" idx="1"/>
          </p:nvPr>
        </p:nvSpPr>
        <p:spPr/>
        <p:txBody>
          <a:bodyPr>
            <a:normAutofit lnSpcReduction="10000"/>
          </a:bodyPr>
          <a:lstStyle/>
          <a:p>
            <a:r>
              <a:rPr lang="da-DK" dirty="0"/>
              <a:t>Jens-Jakob Kjer Møller, epidemiolog</a:t>
            </a:r>
          </a:p>
          <a:p>
            <a:r>
              <a:rPr lang="da-DK" dirty="0"/>
              <a:t>OPEN - Open Patient data </a:t>
            </a:r>
            <a:r>
              <a:rPr lang="da-DK" dirty="0" err="1"/>
              <a:t>Explorative</a:t>
            </a:r>
            <a:r>
              <a:rPr lang="da-DK" dirty="0"/>
              <a:t> Network</a:t>
            </a:r>
          </a:p>
          <a:p>
            <a:r>
              <a:rPr lang="da-DK" dirty="0">
                <a:hlinkClick r:id="rId2"/>
              </a:rPr>
              <a:t>jens-jakob.kjer.moller@rsyd.dk</a:t>
            </a:r>
            <a:r>
              <a:rPr lang="da-DK" dirty="0"/>
              <a:t> </a:t>
            </a:r>
          </a:p>
          <a:p>
            <a:r>
              <a:rPr lang="da-DK" dirty="0"/>
              <a:t>24. </a:t>
            </a:r>
            <a:r>
              <a:rPr lang="da-DK"/>
              <a:t>februar 2026</a:t>
            </a:r>
            <a:endParaRPr lang="da-DK" dirty="0"/>
          </a:p>
        </p:txBody>
      </p:sp>
    </p:spTree>
    <p:extLst>
      <p:ext uri="{BB962C8B-B14F-4D97-AF65-F5344CB8AC3E}">
        <p14:creationId xmlns:p14="http://schemas.microsoft.com/office/powerpoint/2010/main" val="37825822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DB3ED71B-DA46-01C8-C28C-89B03B998AA2}"/>
              </a:ext>
            </a:extLst>
          </p:cNvPr>
          <p:cNvSpPr/>
          <p:nvPr>
            <p:custDataLst>
              <p:tags r:id="rId2"/>
            </p:custDataLst>
          </p:nvPr>
        </p:nvSpPr>
        <p:spPr>
          <a:xfrm>
            <a:off x="444693" y="1742703"/>
            <a:ext cx="2371696" cy="2371696"/>
          </a:xfrm>
          <a:prstGeom prst="rect">
            <a:avLst/>
          </a:prstGeom>
          <a:blipFill>
            <a:blip r:embed="rId5">
              <a:extLst>
                <a:ext uri="{96DAC541-7B7A-43D3-8B79-37D633B846F1}">
                  <asvg:svgBlip xmlns:asvg="http://schemas.microsoft.com/office/drawing/2016/SVG/main" r:embed="rId6"/>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3" name="Rektangel 2">
            <a:extLst>
              <a:ext uri="{FF2B5EF4-FFF2-40B4-BE49-F238E27FC236}">
                <a16:creationId xmlns:a16="http://schemas.microsoft.com/office/drawing/2014/main" id="{39224ED6-AB5C-4000-E4E1-5669F819D73C}"/>
              </a:ext>
            </a:extLst>
          </p:cNvPr>
          <p:cNvSpPr/>
          <p:nvPr>
            <p:custDataLst>
              <p:tags r:id="rId3"/>
            </p:custDataLst>
          </p:nvPr>
        </p:nvSpPr>
        <p:spPr>
          <a:xfrm>
            <a:off x="3112851" y="1000897"/>
            <a:ext cx="8486226" cy="3855308"/>
          </a:xfrm>
          <a:prstGeom prst="rect">
            <a:avLst/>
          </a:prstGeom>
          <a:noFill/>
          <a:ln w="12700" cap="flat" cmpd="sng" algn="ctr">
            <a:solidFill>
              <a:srgbClr val="FFFFF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a-DK" sz="4000" b="1">
                <a:solidFill>
                  <a:srgbClr val="000000"/>
                </a:solidFill>
              </a:rPr>
              <a:t>Quiz 1:
Hvad er confounding?</a:t>
            </a:r>
          </a:p>
        </p:txBody>
      </p:sp>
      <p:sp>
        <p:nvSpPr>
          <p:cNvPr id="4" name="Rektangel 3">
            <a:extLst>
              <a:ext uri="{FF2B5EF4-FFF2-40B4-BE49-F238E27FC236}">
                <a16:creationId xmlns:a16="http://schemas.microsoft.com/office/drawing/2014/main" id="{B53F4C87-48AB-B24A-0DFC-59B7A99BC80D}"/>
              </a:ext>
            </a:extLst>
          </p:cNvPr>
          <p:cNvSpPr/>
          <p:nvPr/>
        </p:nvSpPr>
        <p:spPr>
          <a:xfrm>
            <a:off x="0" y="5820032"/>
            <a:ext cx="12192001" cy="1037968"/>
          </a:xfrm>
          <a:prstGeom prst="rect">
            <a:avLst/>
          </a:prstGeom>
          <a:solidFill>
            <a:srgbClr val="19803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41155" tIns="259404" rIns="1852888" bIns="203818" rtlCol="0" anchor="ctr">
            <a:normAutofit fontScale="92500"/>
          </a:bodyPr>
          <a:lstStyle/>
          <a:p>
            <a:r>
              <a:rPr lang="en-US" sz="2600">
                <a:solidFill>
                  <a:srgbClr val="FFFFFF"/>
                </a:solidFill>
              </a:rPr>
              <a:t>The </a:t>
            </a:r>
            <a:r>
              <a:rPr lang="en-US" sz="2600">
                <a:solidFill>
                  <a:srgbClr val="FFFFFF"/>
                </a:solidFill>
                <a:hlinkClick r:id="rId7">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endParaRPr lang="da-DK" sz="2600">
              <a:solidFill>
                <a:srgbClr val="FFFFFF"/>
              </a:solidFill>
            </a:endParaRPr>
          </a:p>
        </p:txBody>
      </p:sp>
      <p:pic>
        <p:nvPicPr>
          <p:cNvPr id="6" name="Grafik 5">
            <a:extLst>
              <a:ext uri="{FF2B5EF4-FFF2-40B4-BE49-F238E27FC236}">
                <a16:creationId xmlns:a16="http://schemas.microsoft.com/office/drawing/2014/main" id="{DD186FA3-15FC-8FCC-951F-DB299B56E3EB}"/>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296462" y="6190785"/>
            <a:ext cx="296462" cy="296462"/>
          </a:xfrm>
          <a:prstGeom prst="rect">
            <a:avLst/>
          </a:prstGeom>
        </p:spPr>
      </p:pic>
      <p:sp>
        <p:nvSpPr>
          <p:cNvPr id="7" name="Ligebenet trapez 6">
            <a:extLst>
              <a:ext uri="{FF2B5EF4-FFF2-40B4-BE49-F238E27FC236}">
                <a16:creationId xmlns:a16="http://schemas.microsoft.com/office/drawing/2014/main" id="{4153F208-958D-517B-5BFB-85E591095237}"/>
              </a:ext>
            </a:extLst>
          </p:cNvPr>
          <p:cNvSpPr/>
          <p:nvPr/>
        </p:nvSpPr>
        <p:spPr>
          <a:xfrm rot="2700000">
            <a:off x="9620371" y="514924"/>
            <a:ext cx="3335198" cy="778213"/>
          </a:xfrm>
          <a:prstGeom prst="trapezoid">
            <a:avLst>
              <a:gd name="adj" fmla="val 100000"/>
            </a:avLst>
          </a:prstGeom>
          <a:solidFill>
            <a:srgbClr val="EDFA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70000" lnSpcReduction="20000"/>
          </a:bodyPr>
          <a:lstStyle/>
          <a:p>
            <a:pPr algn="ctr"/>
            <a:r>
              <a:rPr lang="en-US" sz="2600" b="1">
                <a:solidFill>
                  <a:srgbClr val="198038"/>
                </a:solidFill>
              </a:rPr>
              <a:t>Do not edit
</a:t>
            </a:r>
            <a:r>
              <a:rPr lang="en-US" sz="2200">
                <a:solidFill>
                  <a:srgbClr val="198038"/>
                </a:solidFill>
                <a:hlinkClick r:id="rId10">
                  <a:extLst>
                    <a:ext uri="{A12FA001-AC4F-418D-AE19-62706E023703}">
                      <ahyp:hlinkClr xmlns:ahyp="http://schemas.microsoft.com/office/drawing/2018/hyperlinkcolor" val="tx"/>
                    </a:ext>
                  </a:extLst>
                </a:hlinkClick>
              </a:rPr>
              <a:t>How to change the design</a:t>
            </a:r>
            <a:endParaRPr lang="da-DK" sz="2200">
              <a:solidFill>
                <a:srgbClr val="198038"/>
              </a:solidFill>
            </a:endParaRPr>
          </a:p>
        </p:txBody>
      </p:sp>
      <p:pic>
        <p:nvPicPr>
          <p:cNvPr id="9" name="Grafik 8">
            <a:extLst>
              <a:ext uri="{FF2B5EF4-FFF2-40B4-BE49-F238E27FC236}">
                <a16:creationId xmlns:a16="http://schemas.microsoft.com/office/drawing/2014/main" id="{A4EC839C-5DF6-D8B3-BF1A-BB22C30E8309}"/>
              </a:ext>
            </a:extLst>
          </p:cNvPr>
          <p:cNvPicPr>
            <a:picLocks/>
          </p:cNvPicPr>
          <p:nvPr/>
        </p:nvPicPr>
        <p:blipFill>
          <a:blip r:embed="rId11">
            <a:extLst>
              <a:ext uri="{96DAC541-7B7A-43D3-8B79-37D633B846F1}">
                <asvg:svgBlip xmlns:asvg="http://schemas.microsoft.com/office/drawing/2016/SVG/main" r:embed="rId12"/>
              </a:ext>
            </a:extLst>
          </a:blip>
          <a:stretch>
            <a:fillRect/>
          </a:stretch>
        </p:blipFill>
        <p:spPr>
          <a:xfrm>
            <a:off x="10746748" y="6153727"/>
            <a:ext cx="1111733" cy="370578"/>
          </a:xfrm>
          <a:prstGeom prst="rect">
            <a:avLst/>
          </a:prstGeom>
        </p:spPr>
      </p:pic>
    </p:spTree>
    <p:custDataLst>
      <p:tags r:id="rId1"/>
    </p:custDataLst>
    <p:extLst>
      <p:ext uri="{BB962C8B-B14F-4D97-AF65-F5344CB8AC3E}">
        <p14:creationId xmlns:p14="http://schemas.microsoft.com/office/powerpoint/2010/main" val="3079981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3"/>
                                        </p:tgtEl>
                                      </p:cBhvr>
                                    </p:animEffect>
                                    <p:animScale>
                                      <p:cBhvr>
                                        <p:cTn id="7" dur="25"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dirty="0"/>
              <a:t>Quiz 1</a:t>
            </a:r>
            <a:endParaRPr dirty="0"/>
          </a:p>
        </p:txBody>
      </p:sp>
      <p:sp>
        <p:nvSpPr>
          <p:cNvPr id="3" name="Pladsholder til slidenummer 2"/>
          <p:cNvSpPr>
            <a:spLocks noGrp="1"/>
          </p:cNvSpPr>
          <p:nvPr>
            <p:ph type="sldNum" sz="quarter" idx="12"/>
          </p:nvPr>
        </p:nvSpPr>
        <p:spPr/>
        <p:txBody>
          <a:bodyPr/>
          <a:lstStyle/>
          <a:p>
            <a:fld id="{C1FF6DA9-008F-8B48-92A6-B652298478BF}" type="slidenum">
              <a:rPr lang="en-US" smtClean="0"/>
              <a:t>3</a:t>
            </a:fld>
            <a:endParaRPr lang="en-US"/>
          </a:p>
        </p:txBody>
      </p:sp>
      <p:sp>
        <p:nvSpPr>
          <p:cNvPr id="7" name="Tekstfelt 6">
            <a:extLst>
              <a:ext uri="{FF2B5EF4-FFF2-40B4-BE49-F238E27FC236}">
                <a16:creationId xmlns:a16="http://schemas.microsoft.com/office/drawing/2014/main" id="{495486DC-B975-A57B-3B44-A8ACE5475C64}"/>
              </a:ext>
            </a:extLst>
          </p:cNvPr>
          <p:cNvSpPr txBox="1"/>
          <p:nvPr/>
        </p:nvSpPr>
        <p:spPr>
          <a:xfrm>
            <a:off x="900752" y="1562669"/>
            <a:ext cx="7806520" cy="646331"/>
          </a:xfrm>
          <a:prstGeom prst="rect">
            <a:avLst/>
          </a:prstGeom>
          <a:noFill/>
        </p:spPr>
        <p:txBody>
          <a:bodyPr wrap="square" rtlCol="0">
            <a:spAutoFit/>
          </a:bodyPr>
          <a:lstStyle/>
          <a:p>
            <a:r>
              <a:rPr lang="da-DK" dirty="0" err="1"/>
              <a:t>Confounding</a:t>
            </a:r>
            <a:r>
              <a:rPr lang="da-DK" dirty="0"/>
              <a:t> opstår, når en tredje variabel er associeret med både eksponering og udfald og dermed forvrænger den observerede sammenhæng. </a:t>
            </a:r>
          </a:p>
        </p:txBody>
      </p:sp>
    </p:spTree>
    <p:extLst>
      <p:ext uri="{BB962C8B-B14F-4D97-AF65-F5344CB8AC3E}">
        <p14:creationId xmlns:p14="http://schemas.microsoft.com/office/powerpoint/2010/main" val="27235076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E16B9B84-0701-0EF2-7278-AA46B7D09964}"/>
              </a:ext>
            </a:extLst>
          </p:cNvPr>
          <p:cNvSpPr/>
          <p:nvPr>
            <p:custDataLst>
              <p:tags r:id="rId2"/>
            </p:custDataLst>
          </p:nvPr>
        </p:nvSpPr>
        <p:spPr>
          <a:xfrm>
            <a:off x="444693" y="1742703"/>
            <a:ext cx="2371696" cy="2371696"/>
          </a:xfrm>
          <a:prstGeom prst="rect">
            <a:avLst/>
          </a:prstGeom>
          <a:blipFill>
            <a:blip r:embed="rId5">
              <a:extLst>
                <a:ext uri="{96DAC541-7B7A-43D3-8B79-37D633B846F1}">
                  <asvg:svgBlip xmlns:asvg="http://schemas.microsoft.com/office/drawing/2016/SVG/main" r:embed="rId6"/>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3" name="Rektangel 2">
            <a:extLst>
              <a:ext uri="{FF2B5EF4-FFF2-40B4-BE49-F238E27FC236}">
                <a16:creationId xmlns:a16="http://schemas.microsoft.com/office/drawing/2014/main" id="{7DF69A6B-C6CA-207E-079E-A2FEE8FD7EA5}"/>
              </a:ext>
            </a:extLst>
          </p:cNvPr>
          <p:cNvSpPr/>
          <p:nvPr>
            <p:custDataLst>
              <p:tags r:id="rId3"/>
            </p:custDataLst>
          </p:nvPr>
        </p:nvSpPr>
        <p:spPr>
          <a:xfrm>
            <a:off x="3112851" y="1000897"/>
            <a:ext cx="8486226" cy="3855308"/>
          </a:xfrm>
          <a:prstGeom prst="rect">
            <a:avLst/>
          </a:prstGeom>
          <a:noFill/>
          <a:ln w="12700" cap="flat" cmpd="sng" algn="ctr">
            <a:solidFill>
              <a:srgbClr val="FFFFF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a-DK" sz="3100" b="1">
                <a:solidFill>
                  <a:srgbClr val="000000"/>
                </a:solidFill>
              </a:rPr>
              <a:t>Quiz 2:
Hvilket af følgende er et nødvendigt kriterium for, at en variabel kan være en confounder?</a:t>
            </a:r>
          </a:p>
        </p:txBody>
      </p:sp>
      <p:sp>
        <p:nvSpPr>
          <p:cNvPr id="4" name="Rektangel 3">
            <a:extLst>
              <a:ext uri="{FF2B5EF4-FFF2-40B4-BE49-F238E27FC236}">
                <a16:creationId xmlns:a16="http://schemas.microsoft.com/office/drawing/2014/main" id="{7330ADFF-8033-DB08-2FF0-ECFD2ACFFC6F}"/>
              </a:ext>
            </a:extLst>
          </p:cNvPr>
          <p:cNvSpPr/>
          <p:nvPr/>
        </p:nvSpPr>
        <p:spPr>
          <a:xfrm>
            <a:off x="0" y="5820032"/>
            <a:ext cx="12192001" cy="1037968"/>
          </a:xfrm>
          <a:prstGeom prst="rect">
            <a:avLst/>
          </a:prstGeom>
          <a:solidFill>
            <a:srgbClr val="19803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41155" tIns="259404" rIns="1852888" bIns="203818" rtlCol="0" anchor="ctr">
            <a:normAutofit fontScale="92500"/>
          </a:bodyPr>
          <a:lstStyle/>
          <a:p>
            <a:r>
              <a:rPr lang="en-US" sz="2600">
                <a:solidFill>
                  <a:srgbClr val="FFFFFF"/>
                </a:solidFill>
              </a:rPr>
              <a:t>The </a:t>
            </a:r>
            <a:r>
              <a:rPr lang="en-US" sz="2600">
                <a:solidFill>
                  <a:srgbClr val="FFFFFF"/>
                </a:solidFill>
                <a:hlinkClick r:id="rId7">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endParaRPr lang="da-DK" sz="2600">
              <a:solidFill>
                <a:srgbClr val="FFFFFF"/>
              </a:solidFill>
            </a:endParaRPr>
          </a:p>
        </p:txBody>
      </p:sp>
      <p:pic>
        <p:nvPicPr>
          <p:cNvPr id="6" name="Grafik 5">
            <a:extLst>
              <a:ext uri="{FF2B5EF4-FFF2-40B4-BE49-F238E27FC236}">
                <a16:creationId xmlns:a16="http://schemas.microsoft.com/office/drawing/2014/main" id="{ABC36BB9-03BB-5593-DAAD-E8646E2B3E1E}"/>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296462" y="6190785"/>
            <a:ext cx="296462" cy="296462"/>
          </a:xfrm>
          <a:prstGeom prst="rect">
            <a:avLst/>
          </a:prstGeom>
        </p:spPr>
      </p:pic>
      <p:sp>
        <p:nvSpPr>
          <p:cNvPr id="7" name="Ligebenet trapez 6">
            <a:extLst>
              <a:ext uri="{FF2B5EF4-FFF2-40B4-BE49-F238E27FC236}">
                <a16:creationId xmlns:a16="http://schemas.microsoft.com/office/drawing/2014/main" id="{15474AAA-731D-6672-B156-F6FF6FE86EF4}"/>
              </a:ext>
            </a:extLst>
          </p:cNvPr>
          <p:cNvSpPr/>
          <p:nvPr/>
        </p:nvSpPr>
        <p:spPr>
          <a:xfrm rot="2700000">
            <a:off x="9620371" y="514924"/>
            <a:ext cx="3335198" cy="778213"/>
          </a:xfrm>
          <a:prstGeom prst="trapezoid">
            <a:avLst>
              <a:gd name="adj" fmla="val 100000"/>
            </a:avLst>
          </a:prstGeom>
          <a:solidFill>
            <a:srgbClr val="EDFA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70000" lnSpcReduction="20000"/>
          </a:bodyPr>
          <a:lstStyle/>
          <a:p>
            <a:pPr algn="ctr"/>
            <a:r>
              <a:rPr lang="en-US" sz="2600" b="1">
                <a:solidFill>
                  <a:srgbClr val="198038"/>
                </a:solidFill>
              </a:rPr>
              <a:t>Do not edit
</a:t>
            </a:r>
            <a:r>
              <a:rPr lang="en-US" sz="2200">
                <a:solidFill>
                  <a:srgbClr val="198038"/>
                </a:solidFill>
                <a:hlinkClick r:id="rId10">
                  <a:extLst>
                    <a:ext uri="{A12FA001-AC4F-418D-AE19-62706E023703}">
                      <ahyp:hlinkClr xmlns:ahyp="http://schemas.microsoft.com/office/drawing/2018/hyperlinkcolor" val="tx"/>
                    </a:ext>
                  </a:extLst>
                </a:hlinkClick>
              </a:rPr>
              <a:t>How to change the design</a:t>
            </a:r>
            <a:endParaRPr lang="da-DK" sz="2200">
              <a:solidFill>
                <a:srgbClr val="198038"/>
              </a:solidFill>
            </a:endParaRPr>
          </a:p>
        </p:txBody>
      </p:sp>
      <p:pic>
        <p:nvPicPr>
          <p:cNvPr id="9" name="Grafik 8">
            <a:extLst>
              <a:ext uri="{FF2B5EF4-FFF2-40B4-BE49-F238E27FC236}">
                <a16:creationId xmlns:a16="http://schemas.microsoft.com/office/drawing/2014/main" id="{ACE572F8-564E-FE7A-DE5A-675F148861E9}"/>
              </a:ext>
            </a:extLst>
          </p:cNvPr>
          <p:cNvPicPr>
            <a:picLocks/>
          </p:cNvPicPr>
          <p:nvPr/>
        </p:nvPicPr>
        <p:blipFill>
          <a:blip r:embed="rId11">
            <a:extLst>
              <a:ext uri="{96DAC541-7B7A-43D3-8B79-37D633B846F1}">
                <asvg:svgBlip xmlns:asvg="http://schemas.microsoft.com/office/drawing/2016/SVG/main" r:embed="rId12"/>
              </a:ext>
            </a:extLst>
          </a:blip>
          <a:stretch>
            <a:fillRect/>
          </a:stretch>
        </p:blipFill>
        <p:spPr>
          <a:xfrm>
            <a:off x="10746748" y="6153727"/>
            <a:ext cx="1111733" cy="370578"/>
          </a:xfrm>
          <a:prstGeom prst="rect">
            <a:avLst/>
          </a:prstGeom>
        </p:spPr>
      </p:pic>
    </p:spTree>
    <p:custDataLst>
      <p:tags r:id="rId1"/>
    </p:custDataLst>
    <p:extLst>
      <p:ext uri="{BB962C8B-B14F-4D97-AF65-F5344CB8AC3E}">
        <p14:creationId xmlns:p14="http://schemas.microsoft.com/office/powerpoint/2010/main" val="616387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3"/>
                                        </p:tgtEl>
                                      </p:cBhvr>
                                    </p:animEffect>
                                    <p:animScale>
                                      <p:cBhvr>
                                        <p:cTn id="7" dur="25"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BD3D9-2734-D20C-9E8F-AB109145B5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1CC097-B157-595E-B099-5FB2D195E093}"/>
              </a:ext>
            </a:extLst>
          </p:cNvPr>
          <p:cNvSpPr>
            <a:spLocks noGrp="1"/>
          </p:cNvSpPr>
          <p:nvPr>
            <p:ph type="title"/>
          </p:nvPr>
        </p:nvSpPr>
        <p:spPr/>
        <p:txBody>
          <a:bodyPr/>
          <a:lstStyle/>
          <a:p>
            <a:r>
              <a:rPr lang="da-DK" dirty="0"/>
              <a:t>Quiz 2</a:t>
            </a:r>
            <a:endParaRPr dirty="0"/>
          </a:p>
        </p:txBody>
      </p:sp>
      <p:sp>
        <p:nvSpPr>
          <p:cNvPr id="3" name="Pladsholder til slidenummer 2">
            <a:extLst>
              <a:ext uri="{FF2B5EF4-FFF2-40B4-BE49-F238E27FC236}">
                <a16:creationId xmlns:a16="http://schemas.microsoft.com/office/drawing/2014/main" id="{937C6EA1-80AC-6436-E105-71496337F289}"/>
              </a:ext>
            </a:extLst>
          </p:cNvPr>
          <p:cNvSpPr>
            <a:spLocks noGrp="1"/>
          </p:cNvSpPr>
          <p:nvPr>
            <p:ph type="sldNum" sz="quarter" idx="12"/>
          </p:nvPr>
        </p:nvSpPr>
        <p:spPr/>
        <p:txBody>
          <a:bodyPr/>
          <a:lstStyle/>
          <a:p>
            <a:fld id="{C1FF6DA9-008F-8B48-92A6-B652298478BF}" type="slidenum">
              <a:rPr lang="en-US" smtClean="0"/>
              <a:t>5</a:t>
            </a:fld>
            <a:endParaRPr lang="en-US"/>
          </a:p>
        </p:txBody>
      </p:sp>
      <p:sp>
        <p:nvSpPr>
          <p:cNvPr id="7" name="Tekstfelt 6">
            <a:extLst>
              <a:ext uri="{FF2B5EF4-FFF2-40B4-BE49-F238E27FC236}">
                <a16:creationId xmlns:a16="http://schemas.microsoft.com/office/drawing/2014/main" id="{0D27E07E-F914-74D2-D962-C29B695631D2}"/>
              </a:ext>
            </a:extLst>
          </p:cNvPr>
          <p:cNvSpPr txBox="1"/>
          <p:nvPr/>
        </p:nvSpPr>
        <p:spPr>
          <a:xfrm>
            <a:off x="900752" y="1562669"/>
            <a:ext cx="7806520" cy="646331"/>
          </a:xfrm>
          <a:prstGeom prst="rect">
            <a:avLst/>
          </a:prstGeom>
          <a:noFill/>
        </p:spPr>
        <p:txBody>
          <a:bodyPr wrap="square" rtlCol="0">
            <a:spAutoFit/>
          </a:bodyPr>
          <a:lstStyle/>
          <a:p>
            <a:r>
              <a:rPr lang="da-DK" dirty="0"/>
              <a:t>En </a:t>
            </a:r>
            <a:r>
              <a:rPr lang="da-DK" dirty="0" err="1"/>
              <a:t>confounder</a:t>
            </a:r>
            <a:r>
              <a:rPr lang="da-DK" dirty="0"/>
              <a:t> skal være associeret med udfaldet (og samtidig associeret med eksponeringen), uden at ligge på den kausale vej.</a:t>
            </a:r>
          </a:p>
        </p:txBody>
      </p:sp>
    </p:spTree>
    <p:extLst>
      <p:ext uri="{BB962C8B-B14F-4D97-AF65-F5344CB8AC3E}">
        <p14:creationId xmlns:p14="http://schemas.microsoft.com/office/powerpoint/2010/main" val="17769102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CF6C9553-7317-A59D-594E-B4F1943C185D}"/>
              </a:ext>
            </a:extLst>
          </p:cNvPr>
          <p:cNvSpPr/>
          <p:nvPr>
            <p:custDataLst>
              <p:tags r:id="rId2"/>
            </p:custDataLst>
          </p:nvPr>
        </p:nvSpPr>
        <p:spPr>
          <a:xfrm>
            <a:off x="444693" y="1742703"/>
            <a:ext cx="2371696" cy="2371696"/>
          </a:xfrm>
          <a:prstGeom prst="rect">
            <a:avLst/>
          </a:prstGeom>
          <a:blipFill>
            <a:blip r:embed="rId5">
              <a:extLst>
                <a:ext uri="{96DAC541-7B7A-43D3-8B79-37D633B846F1}">
                  <asvg:svgBlip xmlns:asvg="http://schemas.microsoft.com/office/drawing/2016/SVG/main" r:embed="rId6"/>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3" name="Rektangel 2">
            <a:extLst>
              <a:ext uri="{FF2B5EF4-FFF2-40B4-BE49-F238E27FC236}">
                <a16:creationId xmlns:a16="http://schemas.microsoft.com/office/drawing/2014/main" id="{24A3A996-AF39-76A1-315D-67B3684931B2}"/>
              </a:ext>
            </a:extLst>
          </p:cNvPr>
          <p:cNvSpPr/>
          <p:nvPr>
            <p:custDataLst>
              <p:tags r:id="rId3"/>
            </p:custDataLst>
          </p:nvPr>
        </p:nvSpPr>
        <p:spPr>
          <a:xfrm>
            <a:off x="3112851" y="1000897"/>
            <a:ext cx="8486226" cy="3855308"/>
          </a:xfrm>
          <a:prstGeom prst="rect">
            <a:avLst/>
          </a:prstGeom>
          <a:noFill/>
          <a:ln w="12700" cap="flat" cmpd="sng" algn="ctr">
            <a:solidFill>
              <a:srgbClr val="FFFFF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a-DK" sz="2400" b="1">
                <a:solidFill>
                  <a:srgbClr val="000000"/>
                </a:solidFill>
              </a:rPr>
              <a:t>Quiz 3:
Et observationsstudie finder, at kaffedrikning er associeret med øget risiko for lungekræft.
Hvilken variabel er den mest sandsynlige confounder?</a:t>
            </a:r>
          </a:p>
        </p:txBody>
      </p:sp>
      <p:sp>
        <p:nvSpPr>
          <p:cNvPr id="4" name="Rektangel 3">
            <a:extLst>
              <a:ext uri="{FF2B5EF4-FFF2-40B4-BE49-F238E27FC236}">
                <a16:creationId xmlns:a16="http://schemas.microsoft.com/office/drawing/2014/main" id="{426ED0A0-FACA-1E90-8EA8-2FC5C63EC271}"/>
              </a:ext>
            </a:extLst>
          </p:cNvPr>
          <p:cNvSpPr/>
          <p:nvPr/>
        </p:nvSpPr>
        <p:spPr>
          <a:xfrm>
            <a:off x="0" y="5820032"/>
            <a:ext cx="12192001" cy="1037968"/>
          </a:xfrm>
          <a:prstGeom prst="rect">
            <a:avLst/>
          </a:prstGeom>
          <a:solidFill>
            <a:srgbClr val="19803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41155" tIns="259404" rIns="1852888" bIns="203818" rtlCol="0" anchor="ctr">
            <a:normAutofit fontScale="92500"/>
          </a:bodyPr>
          <a:lstStyle/>
          <a:p>
            <a:r>
              <a:rPr lang="en-US" sz="2600">
                <a:solidFill>
                  <a:srgbClr val="FFFFFF"/>
                </a:solidFill>
              </a:rPr>
              <a:t>The </a:t>
            </a:r>
            <a:r>
              <a:rPr lang="en-US" sz="2600">
                <a:solidFill>
                  <a:srgbClr val="FFFFFF"/>
                </a:solidFill>
                <a:hlinkClick r:id="rId7">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endParaRPr lang="da-DK" sz="2600">
              <a:solidFill>
                <a:srgbClr val="FFFFFF"/>
              </a:solidFill>
            </a:endParaRPr>
          </a:p>
        </p:txBody>
      </p:sp>
      <p:pic>
        <p:nvPicPr>
          <p:cNvPr id="6" name="Grafik 5">
            <a:extLst>
              <a:ext uri="{FF2B5EF4-FFF2-40B4-BE49-F238E27FC236}">
                <a16:creationId xmlns:a16="http://schemas.microsoft.com/office/drawing/2014/main" id="{A41DB084-0EA6-1F9E-90F8-B28F160C6D3A}"/>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296462" y="6190785"/>
            <a:ext cx="296462" cy="296462"/>
          </a:xfrm>
          <a:prstGeom prst="rect">
            <a:avLst/>
          </a:prstGeom>
        </p:spPr>
      </p:pic>
      <p:sp>
        <p:nvSpPr>
          <p:cNvPr id="7" name="Ligebenet trapez 6">
            <a:extLst>
              <a:ext uri="{FF2B5EF4-FFF2-40B4-BE49-F238E27FC236}">
                <a16:creationId xmlns:a16="http://schemas.microsoft.com/office/drawing/2014/main" id="{4D24FDCA-28D4-7B99-871D-59712464D5AB}"/>
              </a:ext>
            </a:extLst>
          </p:cNvPr>
          <p:cNvSpPr/>
          <p:nvPr/>
        </p:nvSpPr>
        <p:spPr>
          <a:xfrm rot="2700000">
            <a:off x="9620371" y="514924"/>
            <a:ext cx="3335198" cy="778213"/>
          </a:xfrm>
          <a:prstGeom prst="trapezoid">
            <a:avLst>
              <a:gd name="adj" fmla="val 100000"/>
            </a:avLst>
          </a:prstGeom>
          <a:solidFill>
            <a:srgbClr val="EDFA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70000" lnSpcReduction="20000"/>
          </a:bodyPr>
          <a:lstStyle/>
          <a:p>
            <a:pPr algn="ctr"/>
            <a:r>
              <a:rPr lang="en-US" sz="2600" b="1">
                <a:solidFill>
                  <a:srgbClr val="198038"/>
                </a:solidFill>
              </a:rPr>
              <a:t>Do not edit
</a:t>
            </a:r>
            <a:r>
              <a:rPr lang="en-US" sz="2200">
                <a:solidFill>
                  <a:srgbClr val="198038"/>
                </a:solidFill>
                <a:hlinkClick r:id="rId10">
                  <a:extLst>
                    <a:ext uri="{A12FA001-AC4F-418D-AE19-62706E023703}">
                      <ahyp:hlinkClr xmlns:ahyp="http://schemas.microsoft.com/office/drawing/2018/hyperlinkcolor" val="tx"/>
                    </a:ext>
                  </a:extLst>
                </a:hlinkClick>
              </a:rPr>
              <a:t>How to change the design</a:t>
            </a:r>
            <a:endParaRPr lang="da-DK" sz="2200">
              <a:solidFill>
                <a:srgbClr val="198038"/>
              </a:solidFill>
            </a:endParaRPr>
          </a:p>
        </p:txBody>
      </p:sp>
      <p:pic>
        <p:nvPicPr>
          <p:cNvPr id="9" name="Grafik 8">
            <a:extLst>
              <a:ext uri="{FF2B5EF4-FFF2-40B4-BE49-F238E27FC236}">
                <a16:creationId xmlns:a16="http://schemas.microsoft.com/office/drawing/2014/main" id="{43AD2208-BFCA-93C2-D613-9F9EB4AF858A}"/>
              </a:ext>
            </a:extLst>
          </p:cNvPr>
          <p:cNvPicPr>
            <a:picLocks/>
          </p:cNvPicPr>
          <p:nvPr/>
        </p:nvPicPr>
        <p:blipFill>
          <a:blip r:embed="rId11">
            <a:extLst>
              <a:ext uri="{96DAC541-7B7A-43D3-8B79-37D633B846F1}">
                <asvg:svgBlip xmlns:asvg="http://schemas.microsoft.com/office/drawing/2016/SVG/main" r:embed="rId12"/>
              </a:ext>
            </a:extLst>
          </a:blip>
          <a:stretch>
            <a:fillRect/>
          </a:stretch>
        </p:blipFill>
        <p:spPr>
          <a:xfrm>
            <a:off x="10746748" y="6153727"/>
            <a:ext cx="1111733" cy="370578"/>
          </a:xfrm>
          <a:prstGeom prst="rect">
            <a:avLst/>
          </a:prstGeom>
        </p:spPr>
      </p:pic>
    </p:spTree>
    <p:custDataLst>
      <p:tags r:id="rId1"/>
    </p:custDataLst>
    <p:extLst>
      <p:ext uri="{BB962C8B-B14F-4D97-AF65-F5344CB8AC3E}">
        <p14:creationId xmlns:p14="http://schemas.microsoft.com/office/powerpoint/2010/main" val="735969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3"/>
                                        </p:tgtEl>
                                      </p:cBhvr>
                                    </p:animEffect>
                                    <p:animScale>
                                      <p:cBhvr>
                                        <p:cTn id="7" dur="25"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604F4-613B-29C6-909E-CDE822CFEB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F93763-BC5C-F3CE-C3D3-1120DC02D1B8}"/>
              </a:ext>
            </a:extLst>
          </p:cNvPr>
          <p:cNvSpPr>
            <a:spLocks noGrp="1"/>
          </p:cNvSpPr>
          <p:nvPr>
            <p:ph type="title"/>
          </p:nvPr>
        </p:nvSpPr>
        <p:spPr/>
        <p:txBody>
          <a:bodyPr/>
          <a:lstStyle/>
          <a:p>
            <a:r>
              <a:rPr lang="da-DK" dirty="0"/>
              <a:t>Quiz 3</a:t>
            </a:r>
            <a:endParaRPr dirty="0"/>
          </a:p>
        </p:txBody>
      </p:sp>
      <p:sp>
        <p:nvSpPr>
          <p:cNvPr id="3" name="Pladsholder til slidenummer 2">
            <a:extLst>
              <a:ext uri="{FF2B5EF4-FFF2-40B4-BE49-F238E27FC236}">
                <a16:creationId xmlns:a16="http://schemas.microsoft.com/office/drawing/2014/main" id="{183B82E0-BFFF-4BC7-4ADF-9B66F28429AC}"/>
              </a:ext>
            </a:extLst>
          </p:cNvPr>
          <p:cNvSpPr>
            <a:spLocks noGrp="1"/>
          </p:cNvSpPr>
          <p:nvPr>
            <p:ph type="sldNum" sz="quarter" idx="12"/>
          </p:nvPr>
        </p:nvSpPr>
        <p:spPr/>
        <p:txBody>
          <a:bodyPr/>
          <a:lstStyle/>
          <a:p>
            <a:fld id="{C1FF6DA9-008F-8B48-92A6-B652298478BF}" type="slidenum">
              <a:rPr lang="en-US" smtClean="0"/>
              <a:t>7</a:t>
            </a:fld>
            <a:endParaRPr lang="en-US"/>
          </a:p>
        </p:txBody>
      </p:sp>
      <p:sp>
        <p:nvSpPr>
          <p:cNvPr id="7" name="Tekstfelt 6">
            <a:extLst>
              <a:ext uri="{FF2B5EF4-FFF2-40B4-BE49-F238E27FC236}">
                <a16:creationId xmlns:a16="http://schemas.microsoft.com/office/drawing/2014/main" id="{2532DD81-FE7B-EA13-A6CA-7D47412FB98D}"/>
              </a:ext>
            </a:extLst>
          </p:cNvPr>
          <p:cNvSpPr txBox="1"/>
          <p:nvPr/>
        </p:nvSpPr>
        <p:spPr>
          <a:xfrm>
            <a:off x="900752" y="1562669"/>
            <a:ext cx="7806520" cy="646331"/>
          </a:xfrm>
          <a:prstGeom prst="rect">
            <a:avLst/>
          </a:prstGeom>
          <a:noFill/>
        </p:spPr>
        <p:txBody>
          <a:bodyPr wrap="square" rtlCol="0">
            <a:spAutoFit/>
          </a:bodyPr>
          <a:lstStyle/>
          <a:p>
            <a:r>
              <a:rPr lang="da-DK" dirty="0"/>
              <a:t>Rygning er associeret med både kaffedrikning og lungekræft og er et klassisk eksempel på </a:t>
            </a:r>
            <a:r>
              <a:rPr lang="da-DK" dirty="0" err="1"/>
              <a:t>confounding</a:t>
            </a:r>
            <a:r>
              <a:rPr lang="da-DK" dirty="0"/>
              <a:t>.</a:t>
            </a:r>
          </a:p>
        </p:txBody>
      </p:sp>
    </p:spTree>
    <p:extLst>
      <p:ext uri="{BB962C8B-B14F-4D97-AF65-F5344CB8AC3E}">
        <p14:creationId xmlns:p14="http://schemas.microsoft.com/office/powerpoint/2010/main" val="32816234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16ACBE08-630E-1231-BCDC-0567938B9794}"/>
              </a:ext>
            </a:extLst>
          </p:cNvPr>
          <p:cNvSpPr/>
          <p:nvPr>
            <p:custDataLst>
              <p:tags r:id="rId2"/>
            </p:custDataLst>
          </p:nvPr>
        </p:nvSpPr>
        <p:spPr>
          <a:xfrm>
            <a:off x="444693" y="1742703"/>
            <a:ext cx="2371696" cy="2371696"/>
          </a:xfrm>
          <a:prstGeom prst="rect">
            <a:avLst/>
          </a:prstGeom>
          <a:blipFill>
            <a:blip r:embed="rId5">
              <a:extLst>
                <a:ext uri="{96DAC541-7B7A-43D3-8B79-37D633B846F1}">
                  <asvg:svgBlip xmlns:asvg="http://schemas.microsoft.com/office/drawing/2016/SVG/main" r:embed="rId6"/>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3" name="Rektangel 2">
            <a:extLst>
              <a:ext uri="{FF2B5EF4-FFF2-40B4-BE49-F238E27FC236}">
                <a16:creationId xmlns:a16="http://schemas.microsoft.com/office/drawing/2014/main" id="{BD0581FE-1243-8EF2-CD39-5C3B528AD80F}"/>
              </a:ext>
            </a:extLst>
          </p:cNvPr>
          <p:cNvSpPr/>
          <p:nvPr>
            <p:custDataLst>
              <p:tags r:id="rId3"/>
            </p:custDataLst>
          </p:nvPr>
        </p:nvSpPr>
        <p:spPr>
          <a:xfrm>
            <a:off x="3112851" y="1000897"/>
            <a:ext cx="8486226" cy="3855308"/>
          </a:xfrm>
          <a:prstGeom prst="rect">
            <a:avLst/>
          </a:prstGeom>
          <a:noFill/>
          <a:ln w="12700" cap="flat" cmpd="sng" algn="ctr">
            <a:solidFill>
              <a:srgbClr val="FFFFF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a-DK" sz="2400" b="1">
                <a:solidFill>
                  <a:srgbClr val="000000"/>
                </a:solidFill>
              </a:rPr>
              <a:t>Quiz 4: 
Et studie undersøger sammenhængen mellem fysisk aktivitet og risiko for myokardieinfarkt. Efter justering for alder ændrer estimatet sig markant.
Hvad indikerer dette?</a:t>
            </a:r>
          </a:p>
        </p:txBody>
      </p:sp>
      <p:sp>
        <p:nvSpPr>
          <p:cNvPr id="4" name="Rektangel 3">
            <a:extLst>
              <a:ext uri="{FF2B5EF4-FFF2-40B4-BE49-F238E27FC236}">
                <a16:creationId xmlns:a16="http://schemas.microsoft.com/office/drawing/2014/main" id="{8D58112B-44B9-EC8D-828C-2D42C819186F}"/>
              </a:ext>
            </a:extLst>
          </p:cNvPr>
          <p:cNvSpPr/>
          <p:nvPr/>
        </p:nvSpPr>
        <p:spPr>
          <a:xfrm>
            <a:off x="0" y="5820032"/>
            <a:ext cx="12192001" cy="1037968"/>
          </a:xfrm>
          <a:prstGeom prst="rect">
            <a:avLst/>
          </a:prstGeom>
          <a:solidFill>
            <a:srgbClr val="19803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41155" tIns="259404" rIns="1852888" bIns="203818" rtlCol="0" anchor="ctr">
            <a:normAutofit fontScale="92500"/>
          </a:bodyPr>
          <a:lstStyle/>
          <a:p>
            <a:r>
              <a:rPr lang="en-US" sz="2600">
                <a:solidFill>
                  <a:srgbClr val="FFFFFF"/>
                </a:solidFill>
              </a:rPr>
              <a:t>The </a:t>
            </a:r>
            <a:r>
              <a:rPr lang="en-US" sz="2600">
                <a:solidFill>
                  <a:srgbClr val="FFFFFF"/>
                </a:solidFill>
                <a:hlinkClick r:id="rId7">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endParaRPr lang="da-DK" sz="2600">
              <a:solidFill>
                <a:srgbClr val="FFFFFF"/>
              </a:solidFill>
            </a:endParaRPr>
          </a:p>
        </p:txBody>
      </p:sp>
      <p:pic>
        <p:nvPicPr>
          <p:cNvPr id="6" name="Grafik 5">
            <a:extLst>
              <a:ext uri="{FF2B5EF4-FFF2-40B4-BE49-F238E27FC236}">
                <a16:creationId xmlns:a16="http://schemas.microsoft.com/office/drawing/2014/main" id="{80DE3CBB-9822-AD7A-537F-8F130DFF5272}"/>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296462" y="6190785"/>
            <a:ext cx="296462" cy="296462"/>
          </a:xfrm>
          <a:prstGeom prst="rect">
            <a:avLst/>
          </a:prstGeom>
        </p:spPr>
      </p:pic>
      <p:sp>
        <p:nvSpPr>
          <p:cNvPr id="7" name="Ligebenet trapez 6">
            <a:extLst>
              <a:ext uri="{FF2B5EF4-FFF2-40B4-BE49-F238E27FC236}">
                <a16:creationId xmlns:a16="http://schemas.microsoft.com/office/drawing/2014/main" id="{342320E0-07F4-3257-A8DF-C6A5BDF89E11}"/>
              </a:ext>
            </a:extLst>
          </p:cNvPr>
          <p:cNvSpPr/>
          <p:nvPr/>
        </p:nvSpPr>
        <p:spPr>
          <a:xfrm rot="2700000">
            <a:off x="9620371" y="514924"/>
            <a:ext cx="3335198" cy="778213"/>
          </a:xfrm>
          <a:prstGeom prst="trapezoid">
            <a:avLst>
              <a:gd name="adj" fmla="val 100000"/>
            </a:avLst>
          </a:prstGeom>
          <a:solidFill>
            <a:srgbClr val="EDFA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70000" lnSpcReduction="20000"/>
          </a:bodyPr>
          <a:lstStyle/>
          <a:p>
            <a:pPr algn="ctr"/>
            <a:r>
              <a:rPr lang="en-US" sz="2600" b="1">
                <a:solidFill>
                  <a:srgbClr val="198038"/>
                </a:solidFill>
              </a:rPr>
              <a:t>Do not edit
</a:t>
            </a:r>
            <a:r>
              <a:rPr lang="en-US" sz="2200">
                <a:solidFill>
                  <a:srgbClr val="198038"/>
                </a:solidFill>
                <a:hlinkClick r:id="rId10">
                  <a:extLst>
                    <a:ext uri="{A12FA001-AC4F-418D-AE19-62706E023703}">
                      <ahyp:hlinkClr xmlns:ahyp="http://schemas.microsoft.com/office/drawing/2018/hyperlinkcolor" val="tx"/>
                    </a:ext>
                  </a:extLst>
                </a:hlinkClick>
              </a:rPr>
              <a:t>How to change the design</a:t>
            </a:r>
            <a:endParaRPr lang="da-DK" sz="2200">
              <a:solidFill>
                <a:srgbClr val="198038"/>
              </a:solidFill>
            </a:endParaRPr>
          </a:p>
        </p:txBody>
      </p:sp>
      <p:pic>
        <p:nvPicPr>
          <p:cNvPr id="9" name="Grafik 8">
            <a:extLst>
              <a:ext uri="{FF2B5EF4-FFF2-40B4-BE49-F238E27FC236}">
                <a16:creationId xmlns:a16="http://schemas.microsoft.com/office/drawing/2014/main" id="{08AADDDC-A7C7-47A6-3BFB-BEE7522F59F3}"/>
              </a:ext>
            </a:extLst>
          </p:cNvPr>
          <p:cNvPicPr>
            <a:picLocks/>
          </p:cNvPicPr>
          <p:nvPr/>
        </p:nvPicPr>
        <p:blipFill>
          <a:blip r:embed="rId11">
            <a:extLst>
              <a:ext uri="{96DAC541-7B7A-43D3-8B79-37D633B846F1}">
                <asvg:svgBlip xmlns:asvg="http://schemas.microsoft.com/office/drawing/2016/SVG/main" r:embed="rId12"/>
              </a:ext>
            </a:extLst>
          </a:blip>
          <a:stretch>
            <a:fillRect/>
          </a:stretch>
        </p:blipFill>
        <p:spPr>
          <a:xfrm>
            <a:off x="10746748" y="6153727"/>
            <a:ext cx="1111733" cy="370578"/>
          </a:xfrm>
          <a:prstGeom prst="rect">
            <a:avLst/>
          </a:prstGeom>
        </p:spPr>
      </p:pic>
    </p:spTree>
    <p:custDataLst>
      <p:tags r:id="rId1"/>
    </p:custDataLst>
    <p:extLst>
      <p:ext uri="{BB962C8B-B14F-4D97-AF65-F5344CB8AC3E}">
        <p14:creationId xmlns:p14="http://schemas.microsoft.com/office/powerpoint/2010/main" val="2095936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3"/>
                                        </p:tgtEl>
                                      </p:cBhvr>
                                    </p:animEffect>
                                    <p:animScale>
                                      <p:cBhvr>
                                        <p:cTn id="7" dur="25"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8EC65-825E-CE8B-E87A-3ADEE2B15B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2FA612-49FB-830B-F3D4-525216643493}"/>
              </a:ext>
            </a:extLst>
          </p:cNvPr>
          <p:cNvSpPr>
            <a:spLocks noGrp="1"/>
          </p:cNvSpPr>
          <p:nvPr>
            <p:ph type="title"/>
          </p:nvPr>
        </p:nvSpPr>
        <p:spPr/>
        <p:txBody>
          <a:bodyPr/>
          <a:lstStyle/>
          <a:p>
            <a:r>
              <a:rPr lang="da-DK" dirty="0"/>
              <a:t>Quiz 4</a:t>
            </a:r>
            <a:endParaRPr dirty="0"/>
          </a:p>
        </p:txBody>
      </p:sp>
      <p:sp>
        <p:nvSpPr>
          <p:cNvPr id="3" name="Pladsholder til slidenummer 2">
            <a:extLst>
              <a:ext uri="{FF2B5EF4-FFF2-40B4-BE49-F238E27FC236}">
                <a16:creationId xmlns:a16="http://schemas.microsoft.com/office/drawing/2014/main" id="{963A5913-625F-B36A-A48C-A0BF07EAB1E2}"/>
              </a:ext>
            </a:extLst>
          </p:cNvPr>
          <p:cNvSpPr>
            <a:spLocks noGrp="1"/>
          </p:cNvSpPr>
          <p:nvPr>
            <p:ph type="sldNum" sz="quarter" idx="12"/>
          </p:nvPr>
        </p:nvSpPr>
        <p:spPr/>
        <p:txBody>
          <a:bodyPr/>
          <a:lstStyle/>
          <a:p>
            <a:fld id="{C1FF6DA9-008F-8B48-92A6-B652298478BF}" type="slidenum">
              <a:rPr lang="en-US" smtClean="0"/>
              <a:t>9</a:t>
            </a:fld>
            <a:endParaRPr lang="en-US"/>
          </a:p>
        </p:txBody>
      </p:sp>
      <p:sp>
        <p:nvSpPr>
          <p:cNvPr id="7" name="Tekstfelt 6">
            <a:extLst>
              <a:ext uri="{FF2B5EF4-FFF2-40B4-BE49-F238E27FC236}">
                <a16:creationId xmlns:a16="http://schemas.microsoft.com/office/drawing/2014/main" id="{57DFBA62-F134-8889-ABC1-BD95E86109D1}"/>
              </a:ext>
            </a:extLst>
          </p:cNvPr>
          <p:cNvSpPr txBox="1"/>
          <p:nvPr/>
        </p:nvSpPr>
        <p:spPr>
          <a:xfrm>
            <a:off x="900752" y="1562669"/>
            <a:ext cx="7806520" cy="646331"/>
          </a:xfrm>
          <a:prstGeom prst="rect">
            <a:avLst/>
          </a:prstGeom>
          <a:noFill/>
        </p:spPr>
        <p:txBody>
          <a:bodyPr wrap="square" rtlCol="0">
            <a:spAutoFit/>
          </a:bodyPr>
          <a:lstStyle/>
          <a:p>
            <a:r>
              <a:rPr lang="da-DK" dirty="0"/>
              <a:t>Når justering for en variabel ændrer estimatet markant, </a:t>
            </a:r>
            <a:r>
              <a:rPr lang="da-DK" u="sng" dirty="0"/>
              <a:t>tyder</a:t>
            </a:r>
            <a:r>
              <a:rPr lang="da-DK" dirty="0"/>
              <a:t> det på, at variablen er en </a:t>
            </a:r>
            <a:r>
              <a:rPr lang="da-DK" dirty="0" err="1"/>
              <a:t>confounder</a:t>
            </a:r>
            <a:r>
              <a:rPr lang="da-DK" dirty="0"/>
              <a:t>.</a:t>
            </a:r>
          </a:p>
        </p:txBody>
      </p:sp>
    </p:spTree>
    <p:extLst>
      <p:ext uri="{BB962C8B-B14F-4D97-AF65-F5344CB8AC3E}">
        <p14:creationId xmlns:p14="http://schemas.microsoft.com/office/powerpoint/2010/main" val="4564152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DF04132A-D51E-4225-FE71-2B49CCC1123D}"/>
              </a:ext>
            </a:extLst>
          </p:cNvPr>
          <p:cNvSpPr/>
          <p:nvPr>
            <p:custDataLst>
              <p:tags r:id="rId2"/>
            </p:custDataLst>
          </p:nvPr>
        </p:nvSpPr>
        <p:spPr>
          <a:xfrm>
            <a:off x="444693" y="1742703"/>
            <a:ext cx="2371696" cy="2371696"/>
          </a:xfrm>
          <a:prstGeom prst="rect">
            <a:avLst/>
          </a:prstGeom>
          <a:blipFill>
            <a:blip r:embed="rId5">
              <a:extLst>
                <a:ext uri="{96DAC541-7B7A-43D3-8B79-37D633B846F1}">
                  <asvg:svgBlip xmlns:asvg="http://schemas.microsoft.com/office/drawing/2016/SVG/main" r:embed="rId6"/>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3" name="Rektangel 2">
            <a:extLst>
              <a:ext uri="{FF2B5EF4-FFF2-40B4-BE49-F238E27FC236}">
                <a16:creationId xmlns:a16="http://schemas.microsoft.com/office/drawing/2014/main" id="{5718DA68-189B-98D1-B98B-4CB2DB5E6142}"/>
              </a:ext>
            </a:extLst>
          </p:cNvPr>
          <p:cNvSpPr/>
          <p:nvPr>
            <p:custDataLst>
              <p:tags r:id="rId3"/>
            </p:custDataLst>
          </p:nvPr>
        </p:nvSpPr>
        <p:spPr>
          <a:xfrm>
            <a:off x="3112851" y="1000897"/>
            <a:ext cx="8486226" cy="3855308"/>
          </a:xfrm>
          <a:prstGeom prst="rect">
            <a:avLst/>
          </a:prstGeom>
          <a:noFill/>
          <a:ln w="12700" cap="flat" cmpd="sng" algn="ctr">
            <a:solidFill>
              <a:srgbClr val="FFFFF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a-DK" sz="2400" b="1">
                <a:solidFill>
                  <a:srgbClr val="000000"/>
                </a:solidFill>
              </a:rPr>
              <a:t>Quiz 5: 
I et tværssnitstudie undersøges sammenhængen mellem fysisk aktivitet (eksponering) og type 2 diabetes (outcome).
Er forhøjet blodtryk en confounder eller en mediator?</a:t>
            </a:r>
          </a:p>
        </p:txBody>
      </p:sp>
      <p:sp>
        <p:nvSpPr>
          <p:cNvPr id="4" name="Rektangel 3">
            <a:extLst>
              <a:ext uri="{FF2B5EF4-FFF2-40B4-BE49-F238E27FC236}">
                <a16:creationId xmlns:a16="http://schemas.microsoft.com/office/drawing/2014/main" id="{FC07D405-7CD6-ECF5-0C1A-E16AD9BC4B43}"/>
              </a:ext>
            </a:extLst>
          </p:cNvPr>
          <p:cNvSpPr/>
          <p:nvPr/>
        </p:nvSpPr>
        <p:spPr>
          <a:xfrm>
            <a:off x="0" y="5820032"/>
            <a:ext cx="12192001" cy="1037968"/>
          </a:xfrm>
          <a:prstGeom prst="rect">
            <a:avLst/>
          </a:prstGeom>
          <a:solidFill>
            <a:srgbClr val="19803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41155" tIns="259404" rIns="1852888" bIns="203818" rtlCol="0" anchor="ctr">
            <a:normAutofit fontScale="92500"/>
          </a:bodyPr>
          <a:lstStyle/>
          <a:p>
            <a:r>
              <a:rPr lang="en-US" sz="2600">
                <a:solidFill>
                  <a:srgbClr val="FFFFFF"/>
                </a:solidFill>
              </a:rPr>
              <a:t>The </a:t>
            </a:r>
            <a:r>
              <a:rPr lang="en-US" sz="2600">
                <a:solidFill>
                  <a:srgbClr val="FFFFFF"/>
                </a:solidFill>
                <a:hlinkClick r:id="rId7">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endParaRPr lang="da-DK" sz="2600">
              <a:solidFill>
                <a:srgbClr val="FFFFFF"/>
              </a:solidFill>
            </a:endParaRPr>
          </a:p>
        </p:txBody>
      </p:sp>
      <p:pic>
        <p:nvPicPr>
          <p:cNvPr id="6" name="Grafik 5">
            <a:extLst>
              <a:ext uri="{FF2B5EF4-FFF2-40B4-BE49-F238E27FC236}">
                <a16:creationId xmlns:a16="http://schemas.microsoft.com/office/drawing/2014/main" id="{25BA34B8-74EB-2B7A-D9C1-7612E22F59FF}"/>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296462" y="6190785"/>
            <a:ext cx="296462" cy="296462"/>
          </a:xfrm>
          <a:prstGeom prst="rect">
            <a:avLst/>
          </a:prstGeom>
        </p:spPr>
      </p:pic>
      <p:sp>
        <p:nvSpPr>
          <p:cNvPr id="7" name="Ligebenet trapez 6">
            <a:extLst>
              <a:ext uri="{FF2B5EF4-FFF2-40B4-BE49-F238E27FC236}">
                <a16:creationId xmlns:a16="http://schemas.microsoft.com/office/drawing/2014/main" id="{9098933B-12DB-2E27-AC47-03E538B40341}"/>
              </a:ext>
            </a:extLst>
          </p:cNvPr>
          <p:cNvSpPr/>
          <p:nvPr/>
        </p:nvSpPr>
        <p:spPr>
          <a:xfrm rot="2700000">
            <a:off x="9620371" y="514924"/>
            <a:ext cx="3335198" cy="778213"/>
          </a:xfrm>
          <a:prstGeom prst="trapezoid">
            <a:avLst>
              <a:gd name="adj" fmla="val 100000"/>
            </a:avLst>
          </a:prstGeom>
          <a:solidFill>
            <a:srgbClr val="EDFA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70000" lnSpcReduction="20000"/>
          </a:bodyPr>
          <a:lstStyle/>
          <a:p>
            <a:pPr algn="ctr"/>
            <a:r>
              <a:rPr lang="en-US" sz="2600" b="1">
                <a:solidFill>
                  <a:srgbClr val="198038"/>
                </a:solidFill>
              </a:rPr>
              <a:t>Do not edit
</a:t>
            </a:r>
            <a:r>
              <a:rPr lang="en-US" sz="2200">
                <a:solidFill>
                  <a:srgbClr val="198038"/>
                </a:solidFill>
                <a:hlinkClick r:id="rId10">
                  <a:extLst>
                    <a:ext uri="{A12FA001-AC4F-418D-AE19-62706E023703}">
                      <ahyp:hlinkClr xmlns:ahyp="http://schemas.microsoft.com/office/drawing/2018/hyperlinkcolor" val="tx"/>
                    </a:ext>
                  </a:extLst>
                </a:hlinkClick>
              </a:rPr>
              <a:t>How to change the design</a:t>
            </a:r>
            <a:endParaRPr lang="da-DK" sz="2200">
              <a:solidFill>
                <a:srgbClr val="198038"/>
              </a:solidFill>
            </a:endParaRPr>
          </a:p>
        </p:txBody>
      </p:sp>
      <p:pic>
        <p:nvPicPr>
          <p:cNvPr id="9" name="Grafik 8">
            <a:extLst>
              <a:ext uri="{FF2B5EF4-FFF2-40B4-BE49-F238E27FC236}">
                <a16:creationId xmlns:a16="http://schemas.microsoft.com/office/drawing/2014/main" id="{D9C30CE2-1863-E5BB-4D46-D3EBE395FAA0}"/>
              </a:ext>
            </a:extLst>
          </p:cNvPr>
          <p:cNvPicPr>
            <a:picLocks/>
          </p:cNvPicPr>
          <p:nvPr/>
        </p:nvPicPr>
        <p:blipFill>
          <a:blip r:embed="rId11">
            <a:extLst>
              <a:ext uri="{96DAC541-7B7A-43D3-8B79-37D633B846F1}">
                <asvg:svgBlip xmlns:asvg="http://schemas.microsoft.com/office/drawing/2016/SVG/main" r:embed="rId12"/>
              </a:ext>
            </a:extLst>
          </a:blip>
          <a:stretch>
            <a:fillRect/>
          </a:stretch>
        </p:blipFill>
        <p:spPr>
          <a:xfrm>
            <a:off x="10746748" y="6153727"/>
            <a:ext cx="1111733" cy="370578"/>
          </a:xfrm>
          <a:prstGeom prst="rect">
            <a:avLst/>
          </a:prstGeom>
        </p:spPr>
      </p:pic>
    </p:spTree>
    <p:custDataLst>
      <p:tags r:id="rId1"/>
    </p:custDataLst>
    <p:extLst>
      <p:ext uri="{BB962C8B-B14F-4D97-AF65-F5344CB8AC3E}">
        <p14:creationId xmlns:p14="http://schemas.microsoft.com/office/powerpoint/2010/main" val="3788218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3"/>
                                        </p:tgtEl>
                                      </p:cBhvr>
                                    </p:animEffect>
                                    <p:animScale>
                                      <p:cBhvr>
                                        <p:cTn id="7" dur="25"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3DEDB-AFC3-8233-85F6-0C3CC819EE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E27C22-DB36-9A20-5E69-1273806C621D}"/>
              </a:ext>
            </a:extLst>
          </p:cNvPr>
          <p:cNvSpPr>
            <a:spLocks noGrp="1"/>
          </p:cNvSpPr>
          <p:nvPr>
            <p:ph type="title"/>
          </p:nvPr>
        </p:nvSpPr>
        <p:spPr/>
        <p:txBody>
          <a:bodyPr/>
          <a:lstStyle/>
          <a:p>
            <a:r>
              <a:rPr lang="da-DK" dirty="0"/>
              <a:t>Quiz 5</a:t>
            </a:r>
            <a:endParaRPr dirty="0"/>
          </a:p>
        </p:txBody>
      </p:sp>
      <p:sp>
        <p:nvSpPr>
          <p:cNvPr id="4" name="Rektangel 3">
            <a:extLst>
              <a:ext uri="{FF2B5EF4-FFF2-40B4-BE49-F238E27FC236}">
                <a16:creationId xmlns:a16="http://schemas.microsoft.com/office/drawing/2014/main" id="{D836421C-86F8-A146-4316-F00C64E76584}"/>
              </a:ext>
            </a:extLst>
          </p:cNvPr>
          <p:cNvSpPr/>
          <p:nvPr/>
        </p:nvSpPr>
        <p:spPr>
          <a:xfrm>
            <a:off x="2692400" y="2057400"/>
            <a:ext cx="1682750" cy="565150"/>
          </a:xfrm>
          <a:prstGeom prst="rect">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da-DK" sz="1600" dirty="0">
                <a:solidFill>
                  <a:schemeClr val="tx1"/>
                </a:solidFill>
              </a:rPr>
              <a:t>FYSISK AKTIVITET</a:t>
            </a:r>
          </a:p>
        </p:txBody>
      </p:sp>
      <p:sp>
        <p:nvSpPr>
          <p:cNvPr id="5" name="Rektangel 4">
            <a:extLst>
              <a:ext uri="{FF2B5EF4-FFF2-40B4-BE49-F238E27FC236}">
                <a16:creationId xmlns:a16="http://schemas.microsoft.com/office/drawing/2014/main" id="{EBB0555A-8B3B-4215-3A4C-0B3CADB59620}"/>
              </a:ext>
            </a:extLst>
          </p:cNvPr>
          <p:cNvSpPr/>
          <p:nvPr/>
        </p:nvSpPr>
        <p:spPr>
          <a:xfrm>
            <a:off x="4867275" y="3330575"/>
            <a:ext cx="1682750" cy="565150"/>
          </a:xfrm>
          <a:prstGeom prst="rect">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da-DK" sz="1600" dirty="0">
                <a:solidFill>
                  <a:schemeClr val="tx1"/>
                </a:solidFill>
              </a:rPr>
              <a:t>HØJT BLODTRYK</a:t>
            </a:r>
          </a:p>
        </p:txBody>
      </p:sp>
      <p:sp>
        <p:nvSpPr>
          <p:cNvPr id="6" name="Rektangel 5">
            <a:extLst>
              <a:ext uri="{FF2B5EF4-FFF2-40B4-BE49-F238E27FC236}">
                <a16:creationId xmlns:a16="http://schemas.microsoft.com/office/drawing/2014/main" id="{2F4DEA54-E38E-62AF-719E-0AC18E5CEAA2}"/>
              </a:ext>
            </a:extLst>
          </p:cNvPr>
          <p:cNvSpPr/>
          <p:nvPr/>
        </p:nvSpPr>
        <p:spPr>
          <a:xfrm>
            <a:off x="7042150" y="2057400"/>
            <a:ext cx="1682750" cy="565150"/>
          </a:xfrm>
          <a:prstGeom prst="rect">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da-DK" sz="1600" dirty="0">
                <a:solidFill>
                  <a:schemeClr val="tx1"/>
                </a:solidFill>
              </a:rPr>
              <a:t>TYPE 2 DIABETES</a:t>
            </a:r>
          </a:p>
        </p:txBody>
      </p:sp>
      <p:cxnSp>
        <p:nvCxnSpPr>
          <p:cNvPr id="8" name="Lige pilforbindelse 7">
            <a:extLst>
              <a:ext uri="{FF2B5EF4-FFF2-40B4-BE49-F238E27FC236}">
                <a16:creationId xmlns:a16="http://schemas.microsoft.com/office/drawing/2014/main" id="{6AD8D584-6E60-F141-DB6D-AF6443A7D20F}"/>
              </a:ext>
            </a:extLst>
          </p:cNvPr>
          <p:cNvCxnSpPr>
            <a:stCxn id="5" idx="3"/>
            <a:endCxn id="6" idx="2"/>
          </p:cNvCxnSpPr>
          <p:nvPr/>
        </p:nvCxnSpPr>
        <p:spPr>
          <a:xfrm flipV="1">
            <a:off x="6550025" y="2622550"/>
            <a:ext cx="1333500" cy="990600"/>
          </a:xfrm>
          <a:prstGeom prst="straightConnector1">
            <a:avLst/>
          </a:prstGeom>
          <a:ln w="38100">
            <a:tailEnd type="triangle"/>
          </a:ln>
        </p:spPr>
        <p:style>
          <a:lnRef idx="2">
            <a:schemeClr val="accent6"/>
          </a:lnRef>
          <a:fillRef idx="0">
            <a:schemeClr val="accent6"/>
          </a:fillRef>
          <a:effectRef idx="1">
            <a:schemeClr val="accent6"/>
          </a:effectRef>
          <a:fontRef idx="minor">
            <a:schemeClr val="tx1"/>
          </a:fontRef>
        </p:style>
      </p:cxnSp>
      <p:cxnSp>
        <p:nvCxnSpPr>
          <p:cNvPr id="10" name="Lige pilforbindelse 9">
            <a:extLst>
              <a:ext uri="{FF2B5EF4-FFF2-40B4-BE49-F238E27FC236}">
                <a16:creationId xmlns:a16="http://schemas.microsoft.com/office/drawing/2014/main" id="{52BEEF55-DB87-86CD-2AFA-7F239AC1A89F}"/>
              </a:ext>
            </a:extLst>
          </p:cNvPr>
          <p:cNvCxnSpPr>
            <a:stCxn id="5" idx="1"/>
            <a:endCxn id="4" idx="2"/>
          </p:cNvCxnSpPr>
          <p:nvPr/>
        </p:nvCxnSpPr>
        <p:spPr>
          <a:xfrm flipH="1" flipV="1">
            <a:off x="3533775" y="2622550"/>
            <a:ext cx="1333500" cy="990600"/>
          </a:xfrm>
          <a:prstGeom prst="straightConnector1">
            <a:avLst/>
          </a:prstGeom>
          <a:ln w="38100">
            <a:tailEnd type="triangle"/>
          </a:ln>
        </p:spPr>
        <p:style>
          <a:lnRef idx="2">
            <a:schemeClr val="accent6"/>
          </a:lnRef>
          <a:fillRef idx="0">
            <a:schemeClr val="accent6"/>
          </a:fillRef>
          <a:effectRef idx="1">
            <a:schemeClr val="accent6"/>
          </a:effectRef>
          <a:fontRef idx="minor">
            <a:schemeClr val="tx1"/>
          </a:fontRef>
        </p:style>
      </p:cxnSp>
      <p:sp>
        <p:nvSpPr>
          <p:cNvPr id="13" name="Rektangel 12">
            <a:extLst>
              <a:ext uri="{FF2B5EF4-FFF2-40B4-BE49-F238E27FC236}">
                <a16:creationId xmlns:a16="http://schemas.microsoft.com/office/drawing/2014/main" id="{287D7C69-0317-7F01-F868-467DE8C6267B}"/>
              </a:ext>
            </a:extLst>
          </p:cNvPr>
          <p:cNvSpPr/>
          <p:nvPr/>
        </p:nvSpPr>
        <p:spPr>
          <a:xfrm>
            <a:off x="2692400" y="5519737"/>
            <a:ext cx="1682750" cy="565150"/>
          </a:xfrm>
          <a:prstGeom prst="rect">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da-DK" sz="1600" dirty="0">
                <a:solidFill>
                  <a:schemeClr val="tx1"/>
                </a:solidFill>
              </a:rPr>
              <a:t>FYSISK AKTIVITET</a:t>
            </a:r>
          </a:p>
        </p:txBody>
      </p:sp>
      <p:sp>
        <p:nvSpPr>
          <p:cNvPr id="16" name="Rektangel 15">
            <a:extLst>
              <a:ext uri="{FF2B5EF4-FFF2-40B4-BE49-F238E27FC236}">
                <a16:creationId xmlns:a16="http://schemas.microsoft.com/office/drawing/2014/main" id="{2254C8CA-5941-97F3-4A6A-C69C27D1AC45}"/>
              </a:ext>
            </a:extLst>
          </p:cNvPr>
          <p:cNvSpPr/>
          <p:nvPr/>
        </p:nvSpPr>
        <p:spPr>
          <a:xfrm>
            <a:off x="4867275" y="5519737"/>
            <a:ext cx="1682750" cy="565150"/>
          </a:xfrm>
          <a:prstGeom prst="rect">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da-DK" sz="1600" dirty="0">
                <a:solidFill>
                  <a:schemeClr val="tx1"/>
                </a:solidFill>
              </a:rPr>
              <a:t>HØJT BLODTRYK</a:t>
            </a:r>
          </a:p>
        </p:txBody>
      </p:sp>
      <p:sp>
        <p:nvSpPr>
          <p:cNvPr id="18" name="Rektangel 17">
            <a:extLst>
              <a:ext uri="{FF2B5EF4-FFF2-40B4-BE49-F238E27FC236}">
                <a16:creationId xmlns:a16="http://schemas.microsoft.com/office/drawing/2014/main" id="{56F6F063-B268-D753-813B-EA13A8C90DE8}"/>
              </a:ext>
            </a:extLst>
          </p:cNvPr>
          <p:cNvSpPr/>
          <p:nvPr/>
        </p:nvSpPr>
        <p:spPr>
          <a:xfrm>
            <a:off x="7042150" y="5519737"/>
            <a:ext cx="1682750" cy="565150"/>
          </a:xfrm>
          <a:prstGeom prst="rect">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da-DK" sz="1600" dirty="0">
                <a:solidFill>
                  <a:schemeClr val="tx1"/>
                </a:solidFill>
              </a:rPr>
              <a:t>TYPE 2 DIABETES</a:t>
            </a:r>
          </a:p>
        </p:txBody>
      </p:sp>
      <p:cxnSp>
        <p:nvCxnSpPr>
          <p:cNvPr id="21" name="Lige pilforbindelse 20">
            <a:extLst>
              <a:ext uri="{FF2B5EF4-FFF2-40B4-BE49-F238E27FC236}">
                <a16:creationId xmlns:a16="http://schemas.microsoft.com/office/drawing/2014/main" id="{ADB56366-ACFA-B5EC-21FC-8676BC8A801D}"/>
              </a:ext>
            </a:extLst>
          </p:cNvPr>
          <p:cNvCxnSpPr>
            <a:stCxn id="13" idx="3"/>
            <a:endCxn id="16" idx="1"/>
          </p:cNvCxnSpPr>
          <p:nvPr/>
        </p:nvCxnSpPr>
        <p:spPr>
          <a:xfrm>
            <a:off x="4375151" y="5802312"/>
            <a:ext cx="492125" cy="0"/>
          </a:xfrm>
          <a:prstGeom prst="straightConnector1">
            <a:avLst/>
          </a:prstGeom>
          <a:ln w="38100">
            <a:tailEnd type="triangle"/>
          </a:ln>
        </p:spPr>
        <p:style>
          <a:lnRef idx="2">
            <a:schemeClr val="accent6"/>
          </a:lnRef>
          <a:fillRef idx="0">
            <a:schemeClr val="accent6"/>
          </a:fillRef>
          <a:effectRef idx="1">
            <a:schemeClr val="accent6"/>
          </a:effectRef>
          <a:fontRef idx="minor">
            <a:schemeClr val="tx1"/>
          </a:fontRef>
        </p:style>
      </p:cxnSp>
      <p:cxnSp>
        <p:nvCxnSpPr>
          <p:cNvPr id="24" name="Lige pilforbindelse 23">
            <a:extLst>
              <a:ext uri="{FF2B5EF4-FFF2-40B4-BE49-F238E27FC236}">
                <a16:creationId xmlns:a16="http://schemas.microsoft.com/office/drawing/2014/main" id="{5BBCC595-09BA-3277-B29E-2EC732F875E2}"/>
              </a:ext>
            </a:extLst>
          </p:cNvPr>
          <p:cNvCxnSpPr>
            <a:stCxn id="16" idx="3"/>
            <a:endCxn id="18" idx="1"/>
          </p:cNvCxnSpPr>
          <p:nvPr/>
        </p:nvCxnSpPr>
        <p:spPr>
          <a:xfrm>
            <a:off x="6550026" y="5802312"/>
            <a:ext cx="492125" cy="0"/>
          </a:xfrm>
          <a:prstGeom prst="straightConnector1">
            <a:avLst/>
          </a:prstGeom>
          <a:ln w="38100">
            <a:tailEnd type="triangle"/>
          </a:ln>
        </p:spPr>
        <p:style>
          <a:lnRef idx="2">
            <a:schemeClr val="accent6"/>
          </a:lnRef>
          <a:fillRef idx="0">
            <a:schemeClr val="accent6"/>
          </a:fillRef>
          <a:effectRef idx="1">
            <a:schemeClr val="accent6"/>
          </a:effectRef>
          <a:fontRef idx="minor">
            <a:schemeClr val="tx1"/>
          </a:fontRef>
        </p:style>
      </p:cxnSp>
      <p:sp>
        <p:nvSpPr>
          <p:cNvPr id="29" name="Tekstfelt 28">
            <a:extLst>
              <a:ext uri="{FF2B5EF4-FFF2-40B4-BE49-F238E27FC236}">
                <a16:creationId xmlns:a16="http://schemas.microsoft.com/office/drawing/2014/main" id="{D6E006BA-DBA3-C355-228F-28DBA3B37079}"/>
              </a:ext>
            </a:extLst>
          </p:cNvPr>
          <p:cNvSpPr txBox="1"/>
          <p:nvPr/>
        </p:nvSpPr>
        <p:spPr>
          <a:xfrm>
            <a:off x="7112000" y="3120232"/>
            <a:ext cx="3225800" cy="646331"/>
          </a:xfrm>
          <a:prstGeom prst="rect">
            <a:avLst/>
          </a:prstGeom>
          <a:noFill/>
        </p:spPr>
        <p:txBody>
          <a:bodyPr wrap="square" rtlCol="0">
            <a:spAutoFit/>
          </a:bodyPr>
          <a:lstStyle/>
          <a:p>
            <a:r>
              <a:rPr lang="da-DK" sz="1200" b="1" dirty="0"/>
              <a:t>1) Højt blodtryk er en risikofaktor for type 2 diabetes</a:t>
            </a:r>
          </a:p>
          <a:p>
            <a:endParaRPr lang="da-DK" sz="1200" b="1" dirty="0"/>
          </a:p>
        </p:txBody>
      </p:sp>
      <p:sp>
        <p:nvSpPr>
          <p:cNvPr id="30" name="Tekstfelt 29">
            <a:extLst>
              <a:ext uri="{FF2B5EF4-FFF2-40B4-BE49-F238E27FC236}">
                <a16:creationId xmlns:a16="http://schemas.microsoft.com/office/drawing/2014/main" id="{0B67093A-28B5-AD48-782A-3AA146BF228C}"/>
              </a:ext>
            </a:extLst>
          </p:cNvPr>
          <p:cNvSpPr txBox="1"/>
          <p:nvPr/>
        </p:nvSpPr>
        <p:spPr>
          <a:xfrm>
            <a:off x="2162176" y="3082677"/>
            <a:ext cx="2384425" cy="461665"/>
          </a:xfrm>
          <a:prstGeom prst="rect">
            <a:avLst/>
          </a:prstGeom>
          <a:noFill/>
        </p:spPr>
        <p:txBody>
          <a:bodyPr wrap="square" rtlCol="0">
            <a:spAutoFit/>
          </a:bodyPr>
          <a:lstStyle/>
          <a:p>
            <a:r>
              <a:rPr lang="da-DK" sz="1200" b="1" dirty="0"/>
              <a:t>2) Højt blodtryk er associeret </a:t>
            </a:r>
          </a:p>
          <a:p>
            <a:r>
              <a:rPr lang="da-DK" sz="1200" b="1" dirty="0"/>
              <a:t>med fysisk aktivitet</a:t>
            </a:r>
          </a:p>
        </p:txBody>
      </p:sp>
      <p:sp>
        <p:nvSpPr>
          <p:cNvPr id="31" name="Tekstfelt 30">
            <a:extLst>
              <a:ext uri="{FF2B5EF4-FFF2-40B4-BE49-F238E27FC236}">
                <a16:creationId xmlns:a16="http://schemas.microsoft.com/office/drawing/2014/main" id="{58210E74-F14B-533C-BA98-B8B8AC9A3094}"/>
              </a:ext>
            </a:extLst>
          </p:cNvPr>
          <p:cNvSpPr txBox="1"/>
          <p:nvPr/>
        </p:nvSpPr>
        <p:spPr>
          <a:xfrm>
            <a:off x="3126273" y="4655379"/>
            <a:ext cx="5164753" cy="830997"/>
          </a:xfrm>
          <a:prstGeom prst="rect">
            <a:avLst/>
          </a:prstGeom>
          <a:noFill/>
        </p:spPr>
        <p:txBody>
          <a:bodyPr wrap="square" rtlCol="0">
            <a:spAutoFit/>
          </a:bodyPr>
          <a:lstStyle/>
          <a:p>
            <a:pPr algn="ctr"/>
            <a:r>
              <a:rPr lang="da-DK" sz="1200" b="1" dirty="0"/>
              <a:t>3) Fysisk aktivitet og højt blodtryk måles samtidig (tværsnitsstudie), så vi ved ikke, hvad der kom først. Det er relativt sandsynligt, at blodtrykket (delvist) er påvirket af niveauet af fysisk aktivitet, og derfor kan højt blodtryk være et skridt på vejen i årsagssammenhængen.</a:t>
            </a:r>
          </a:p>
        </p:txBody>
      </p:sp>
      <p:cxnSp>
        <p:nvCxnSpPr>
          <p:cNvPr id="19" name="Lige pilforbindelse 18">
            <a:extLst>
              <a:ext uri="{FF2B5EF4-FFF2-40B4-BE49-F238E27FC236}">
                <a16:creationId xmlns:a16="http://schemas.microsoft.com/office/drawing/2014/main" id="{33D7FE12-B3E1-0385-197A-14A640DD26C9}"/>
              </a:ext>
            </a:extLst>
          </p:cNvPr>
          <p:cNvCxnSpPr/>
          <p:nvPr/>
        </p:nvCxnSpPr>
        <p:spPr>
          <a:xfrm>
            <a:off x="4375150" y="2339975"/>
            <a:ext cx="2667000" cy="0"/>
          </a:xfrm>
          <a:prstGeom prst="straightConnector1">
            <a:avLst/>
          </a:prstGeom>
          <a:ln w="38100">
            <a:solidFill>
              <a:schemeClr val="accent5">
                <a:lumMod val="20000"/>
                <a:lumOff val="80000"/>
              </a:schemeClr>
            </a:solidFill>
            <a:tailEnd type="triangle"/>
          </a:ln>
        </p:spPr>
        <p:style>
          <a:lnRef idx="2">
            <a:schemeClr val="accent6"/>
          </a:lnRef>
          <a:fillRef idx="0">
            <a:schemeClr val="accent6"/>
          </a:fillRef>
          <a:effectRef idx="1">
            <a:schemeClr val="accent6"/>
          </a:effectRef>
          <a:fontRef idx="minor">
            <a:schemeClr val="tx1"/>
          </a:fontRef>
        </p:style>
      </p:cxnSp>
      <p:sp>
        <p:nvSpPr>
          <p:cNvPr id="20" name="Tekstfelt 19">
            <a:extLst>
              <a:ext uri="{FF2B5EF4-FFF2-40B4-BE49-F238E27FC236}">
                <a16:creationId xmlns:a16="http://schemas.microsoft.com/office/drawing/2014/main" id="{C00636BC-1E56-285A-1FD2-B9D9C3EC53E6}"/>
              </a:ext>
            </a:extLst>
          </p:cNvPr>
          <p:cNvSpPr txBox="1"/>
          <p:nvPr/>
        </p:nvSpPr>
        <p:spPr>
          <a:xfrm>
            <a:off x="4867275" y="2098973"/>
            <a:ext cx="1682750" cy="430887"/>
          </a:xfrm>
          <a:prstGeom prst="rect">
            <a:avLst/>
          </a:prstGeom>
          <a:noFill/>
        </p:spPr>
        <p:txBody>
          <a:bodyPr wrap="square" rtlCol="0">
            <a:spAutoFit/>
          </a:bodyPr>
          <a:lstStyle/>
          <a:p>
            <a:pPr algn="ctr"/>
            <a:r>
              <a:rPr lang="da-DK" sz="1050" i="1" dirty="0"/>
              <a:t>association af interesse</a:t>
            </a:r>
          </a:p>
          <a:p>
            <a:pPr algn="ctr"/>
            <a:endParaRPr lang="da-DK" sz="1050" b="1" dirty="0"/>
          </a:p>
        </p:txBody>
      </p:sp>
      <p:sp>
        <p:nvSpPr>
          <p:cNvPr id="22" name="Tekstfelt 21">
            <a:extLst>
              <a:ext uri="{FF2B5EF4-FFF2-40B4-BE49-F238E27FC236}">
                <a16:creationId xmlns:a16="http://schemas.microsoft.com/office/drawing/2014/main" id="{AF2A9EA1-AD0A-D2B8-04FA-DD6F8F1C9374}"/>
              </a:ext>
            </a:extLst>
          </p:cNvPr>
          <p:cNvSpPr txBox="1"/>
          <p:nvPr/>
        </p:nvSpPr>
        <p:spPr>
          <a:xfrm>
            <a:off x="2162175" y="3508594"/>
            <a:ext cx="2384425" cy="646331"/>
          </a:xfrm>
          <a:prstGeom prst="rect">
            <a:avLst/>
          </a:prstGeom>
          <a:noFill/>
        </p:spPr>
        <p:txBody>
          <a:bodyPr wrap="square" rtlCol="0">
            <a:spAutoFit/>
          </a:bodyPr>
          <a:lstStyle/>
          <a:p>
            <a:r>
              <a:rPr lang="da-DK" sz="1200" b="1" dirty="0"/>
              <a:t>Altså dem der træner meget har mindre sandsynlighed for højt blodtryk.</a:t>
            </a:r>
          </a:p>
        </p:txBody>
      </p:sp>
      <p:sp>
        <p:nvSpPr>
          <p:cNvPr id="23" name="Tekstfelt 22">
            <a:extLst>
              <a:ext uri="{FF2B5EF4-FFF2-40B4-BE49-F238E27FC236}">
                <a16:creationId xmlns:a16="http://schemas.microsoft.com/office/drawing/2014/main" id="{64F7E952-284F-B4DB-095A-A4D19304A062}"/>
              </a:ext>
            </a:extLst>
          </p:cNvPr>
          <p:cNvSpPr txBox="1"/>
          <p:nvPr/>
        </p:nvSpPr>
        <p:spPr>
          <a:xfrm>
            <a:off x="3875087" y="6382922"/>
            <a:ext cx="6473826" cy="338554"/>
          </a:xfrm>
          <a:prstGeom prst="rect">
            <a:avLst/>
          </a:prstGeom>
          <a:noFill/>
        </p:spPr>
        <p:txBody>
          <a:bodyPr wrap="square" rtlCol="0">
            <a:spAutoFit/>
          </a:bodyPr>
          <a:lstStyle/>
          <a:p>
            <a:pPr algn="ctr"/>
            <a:r>
              <a:rPr lang="da-DK" sz="1600" b="1" dirty="0"/>
              <a:t>Højt blodtryk er en potentiel </a:t>
            </a:r>
            <a:r>
              <a:rPr lang="da-DK" sz="1600" b="1" dirty="0" err="1"/>
              <a:t>mediator</a:t>
            </a:r>
            <a:r>
              <a:rPr lang="da-DK" sz="1600" b="1" dirty="0"/>
              <a:t> i ovenstående eksempel</a:t>
            </a:r>
          </a:p>
        </p:txBody>
      </p:sp>
      <p:sp>
        <p:nvSpPr>
          <p:cNvPr id="3" name="Pladsholder til slidenummer 2">
            <a:extLst>
              <a:ext uri="{FF2B5EF4-FFF2-40B4-BE49-F238E27FC236}">
                <a16:creationId xmlns:a16="http://schemas.microsoft.com/office/drawing/2014/main" id="{A3ABCDAA-2830-E912-253C-D8F5B5F396AB}"/>
              </a:ext>
            </a:extLst>
          </p:cNvPr>
          <p:cNvSpPr>
            <a:spLocks noGrp="1"/>
          </p:cNvSpPr>
          <p:nvPr>
            <p:ph type="sldNum" sz="quarter" idx="12"/>
          </p:nvPr>
        </p:nvSpPr>
        <p:spPr/>
        <p:txBody>
          <a:bodyPr/>
          <a:lstStyle/>
          <a:p>
            <a:fld id="{C1FF6DA9-008F-8B48-92A6-B652298478BF}" type="slidenum">
              <a:rPr lang="en-US" smtClean="0"/>
              <a:t>11</a:t>
            </a:fld>
            <a:endParaRPr lang="en-US"/>
          </a:p>
        </p:txBody>
      </p:sp>
    </p:spTree>
    <p:extLst>
      <p:ext uri="{BB962C8B-B14F-4D97-AF65-F5344CB8AC3E}">
        <p14:creationId xmlns:p14="http://schemas.microsoft.com/office/powerpoint/2010/main" val="3930649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fade">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500"/>
                                        <p:tgtEl>
                                          <p:spTgt spid="18"/>
                                        </p:tgtEl>
                                      </p:cBhvr>
                                    </p:animEffect>
                                  </p:childTnLst>
                                </p:cTn>
                              </p:par>
                              <p:par>
                                <p:cTn id="29" presetID="10" presetClass="entr" presetSubtype="0" fill="hold"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500"/>
                                        <p:tgtEl>
                                          <p:spTgt spid="21"/>
                                        </p:tgtEl>
                                      </p:cBhvr>
                                    </p:animEffect>
                                  </p:childTnLst>
                                </p:cTn>
                              </p:par>
                              <p:par>
                                <p:cTn id="32" presetID="10" presetClass="entr" presetSubtype="0" fill="hold"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50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500"/>
                                        <p:tgtEl>
                                          <p:spTgt spid="3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6" grpId="0" animBg="1"/>
      <p:bldP spid="18" grpId="0" animBg="1"/>
      <p:bldP spid="29" grpId="0"/>
      <p:bldP spid="30" grpId="0"/>
      <p:bldP spid="31" grpId="0"/>
      <p:bldP spid="22" grpId="0"/>
      <p:bldP spid="2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77F4D-CC81-CD51-E95D-B36293A43AA4}"/>
            </a:ext>
          </a:extLst>
        </p:cNvPr>
        <p:cNvGrpSpPr/>
        <p:nvPr/>
      </p:nvGrpSpPr>
      <p:grpSpPr>
        <a:xfrm>
          <a:off x="0" y="0"/>
          <a:ext cx="0" cy="0"/>
          <a:chOff x="0" y="0"/>
          <a:chExt cx="0" cy="0"/>
        </a:xfrm>
      </p:grpSpPr>
      <p:pic>
        <p:nvPicPr>
          <p:cNvPr id="2" name="Pladsholder til indhold 3">
            <a:extLst>
              <a:ext uri="{FF2B5EF4-FFF2-40B4-BE49-F238E27FC236}">
                <a16:creationId xmlns:a16="http://schemas.microsoft.com/office/drawing/2014/main" id="{DE9D1B47-213B-D575-29A1-E0AE0AB80A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0184" y="2229204"/>
            <a:ext cx="8781016" cy="4263671"/>
          </a:xfrm>
          <a:prstGeom prst="rect">
            <a:avLst/>
          </a:prstGeom>
        </p:spPr>
      </p:pic>
      <p:sp>
        <p:nvSpPr>
          <p:cNvPr id="4" name="Title 1">
            <a:extLst>
              <a:ext uri="{FF2B5EF4-FFF2-40B4-BE49-F238E27FC236}">
                <a16:creationId xmlns:a16="http://schemas.microsoft.com/office/drawing/2014/main" id="{76AE165E-0DC3-FA9A-1A53-9124AA592120}"/>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a-DK" dirty="0"/>
              <a:t>Quiz 6: </a:t>
            </a:r>
          </a:p>
          <a:p>
            <a:r>
              <a:rPr lang="da-DK" sz="2800" dirty="0"/>
              <a:t>Vi skal undersøge sammenhængen mellem rygning og demens. Alkohol eller CVD kan være en </a:t>
            </a:r>
            <a:r>
              <a:rPr lang="da-DK" sz="2800" dirty="0" err="1"/>
              <a:t>confounder</a:t>
            </a:r>
            <a:r>
              <a:rPr lang="da-DK" sz="2800" dirty="0"/>
              <a:t>, men hvilken?</a:t>
            </a:r>
            <a:endParaRPr lang="da-DK" dirty="0"/>
          </a:p>
        </p:txBody>
      </p:sp>
    </p:spTree>
    <p:extLst>
      <p:ext uri="{BB962C8B-B14F-4D97-AF65-F5344CB8AC3E}">
        <p14:creationId xmlns:p14="http://schemas.microsoft.com/office/powerpoint/2010/main" val="27308664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ktangel 1"/>
          <p:cNvSpPr/>
          <p:nvPr>
            <p:custDataLst>
              <p:tags r:id="rId2"/>
            </p:custDataLst>
          </p:nvPr>
        </p:nvSpPr>
        <p:spPr>
          <a:xfrm>
            <a:off x="444693" y="1742703"/>
            <a:ext cx="2371696" cy="2371696"/>
          </a:xfrm>
          <a:prstGeom prst="rect">
            <a:avLst/>
          </a:prstGeom>
          <a:blipFill>
            <a:blip r:embed="rId5">
              <a:extLst>
                <a:ext uri="{96DAC541-7B7A-43D3-8B79-37D633B846F1}">
                  <asvg:svgBlip xmlns:asvg="http://schemas.microsoft.com/office/drawing/2016/SVG/main" r:embed="rId6"/>
                </a:ext>
              </a:extLst>
            </a:blip>
            <a:stretch>
              <a:fillRect/>
            </a:stretch>
          </a:blip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3" name="Rektangel 2"/>
          <p:cNvSpPr/>
          <p:nvPr>
            <p:custDataLst>
              <p:tags r:id="rId3"/>
            </p:custDataLst>
          </p:nvPr>
        </p:nvSpPr>
        <p:spPr>
          <a:xfrm>
            <a:off x="3112851" y="1000897"/>
            <a:ext cx="8486226" cy="3855308"/>
          </a:xfrm>
          <a:prstGeom prst="rect">
            <a:avLst/>
          </a:prstGeom>
          <a:noFill/>
          <a:ln w="12700" cap="flat" cmpd="sng" algn="ctr">
            <a:solidFill>
              <a:srgbClr val="FFFFF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a-DK" sz="4000" b="1">
                <a:solidFill>
                  <a:srgbClr val="000000"/>
                </a:solidFill>
              </a:rPr>
              <a:t>Quiz 6: Hvad er en potentiel confounder her?</a:t>
            </a:r>
          </a:p>
        </p:txBody>
      </p:sp>
      <p:sp>
        <p:nvSpPr>
          <p:cNvPr id="4" name="Rektangel 3"/>
          <p:cNvSpPr/>
          <p:nvPr/>
        </p:nvSpPr>
        <p:spPr>
          <a:xfrm>
            <a:off x="0" y="5820032"/>
            <a:ext cx="12192001" cy="1037968"/>
          </a:xfrm>
          <a:prstGeom prst="rect">
            <a:avLst/>
          </a:prstGeom>
          <a:solidFill>
            <a:srgbClr val="19803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41155" tIns="259404" rIns="1852888" bIns="203818" rtlCol="0" anchor="ctr">
            <a:normAutofit fontScale="92500"/>
          </a:bodyPr>
          <a:lstStyle/>
          <a:p>
            <a:r>
              <a:rPr lang="en-US" sz="2600">
                <a:solidFill>
                  <a:srgbClr val="FFFFFF"/>
                </a:solidFill>
              </a:rPr>
              <a:t>The </a:t>
            </a:r>
            <a:r>
              <a:rPr lang="en-US" sz="2600">
                <a:solidFill>
                  <a:srgbClr val="FFFFFF"/>
                </a:solidFill>
                <a:hlinkClick r:id="rId7"/>
              </a:rPr>
              <a:t>Slido app</a:t>
            </a:r>
            <a:r>
              <a:rPr lang="en-US" sz="2600">
                <a:solidFill>
                  <a:srgbClr val="FFFFFF"/>
                </a:solidFill>
              </a:rPr>
              <a:t> must be installed on every computer you’re presenting from</a:t>
            </a:r>
            <a:endParaRPr lang="da-DK" sz="2600">
              <a:solidFill>
                <a:srgbClr val="FFFFFF"/>
              </a:solidFill>
            </a:endParaRPr>
          </a:p>
        </p:txBody>
      </p:sp>
      <p:pic>
        <p:nvPicPr>
          <p:cNvPr id="5" name="Billede 4"/>
          <p:cNvPicPr>
            <a:picLocks/>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96462" y="6190785"/>
            <a:ext cx="296462" cy="296462"/>
          </a:xfrm>
          <a:prstGeom prst="rect">
            <a:avLst/>
          </a:prstGeom>
        </p:spPr>
      </p:pic>
      <p:sp>
        <p:nvSpPr>
          <p:cNvPr id="6" name="Ligebenet trapez 5"/>
          <p:cNvSpPr/>
          <p:nvPr/>
        </p:nvSpPr>
        <p:spPr>
          <a:xfrm rot="2700000">
            <a:off x="9620371" y="514924"/>
            <a:ext cx="3335198" cy="778213"/>
          </a:xfrm>
          <a:prstGeom prst="trapezoid">
            <a:avLst>
              <a:gd name="adj" fmla="val 100000"/>
            </a:avLst>
          </a:prstGeom>
          <a:solidFill>
            <a:srgbClr val="EDFA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tIns="0" bIns="0" rtlCol="0" anchor="t">
            <a:normAutofit fontScale="70000" lnSpcReduction="20000"/>
          </a:bodyPr>
          <a:lstStyle/>
          <a:p>
            <a:pPr algn="ctr"/>
            <a:r>
              <a:rPr lang="en-US" sz="2600" b="1">
                <a:solidFill>
                  <a:srgbClr val="198038"/>
                </a:solidFill>
              </a:rPr>
              <a:t>Do not edit
</a:t>
            </a:r>
            <a:r>
              <a:rPr lang="en-US" sz="2200">
                <a:solidFill>
                  <a:srgbClr val="198038"/>
                </a:solidFill>
                <a:hlinkClick r:id="rId10"/>
              </a:rPr>
              <a:t>How to change the design</a:t>
            </a:r>
            <a:endParaRPr lang="da-DK" sz="2200">
              <a:solidFill>
                <a:srgbClr val="198038"/>
              </a:solidFill>
            </a:endParaRPr>
          </a:p>
        </p:txBody>
      </p:sp>
      <p:pic>
        <p:nvPicPr>
          <p:cNvPr id="7" name="Billede 6"/>
          <p:cNvPicPr>
            <a:picLocks/>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746748" y="6153727"/>
            <a:ext cx="1111733" cy="370578"/>
          </a:xfrm>
          <a:prstGeom prst="rect">
            <a:avLst/>
          </a:prstGeom>
        </p:spPr>
      </p:pic>
    </p:spTree>
    <p:custDataLst>
      <p:tags r:id="rId1"/>
    </p:custDataLst>
    <p:extLst>
      <p:ext uri="{BB962C8B-B14F-4D97-AF65-F5344CB8AC3E}">
        <p14:creationId xmlns:p14="http://schemas.microsoft.com/office/powerpoint/2010/main" val="3764547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3"/>
                                        </p:tgtEl>
                                      </p:cBhvr>
                                    </p:animEffect>
                                    <p:animScale>
                                      <p:cBhvr>
                                        <p:cTn id="7" dur="25" autoRev="1" fill="hold"/>
                                        <p:tgtEl>
                                          <p:spTgt spid="3"/>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grpId="1" nodeType="clickEffect">
                                  <p:stCondLst>
                                    <p:cond delay="0"/>
                                  </p:stCondLst>
                                  <p:childTnLst>
                                    <p:animEffect transition="out" filter="fade">
                                      <p:cBhvr>
                                        <p:cTn id="11" dur="50" tmFilter="0, 0; .2, .5; .8, .5; 1, 0"/>
                                        <p:tgtEl>
                                          <p:spTgt spid="3"/>
                                        </p:tgtEl>
                                      </p:cBhvr>
                                    </p:animEffect>
                                    <p:animScale>
                                      <p:cBhvr>
                                        <p:cTn id="12" dur="25" autoRev="1" fill="hold"/>
                                        <p:tgtEl>
                                          <p:spTgt spid="3"/>
                                        </p:tgtEl>
                                      </p:cBhvr>
                                      <p:by x="105000" y="105000"/>
                                    </p:animScale>
                                  </p:childTnLst>
                                </p:cTn>
                              </p:par>
                            </p:childTnLst>
                          </p:cTn>
                        </p:par>
                      </p:childTnLst>
                    </p:cTn>
                  </p:par>
                  <p:par>
                    <p:cTn id="13" fill="hold">
                      <p:stCondLst>
                        <p:cond delay="indefinite"/>
                      </p:stCondLst>
                      <p:childTnLst>
                        <p:par>
                          <p:cTn id="14" fill="hold">
                            <p:stCondLst>
                              <p:cond delay="0"/>
                            </p:stCondLst>
                            <p:childTnLst>
                              <p:par>
                                <p:cTn id="15" presetID="26" presetClass="emph" presetSubtype="0" fill="hold" grpId="2" nodeType="clickEffect">
                                  <p:stCondLst>
                                    <p:cond delay="0"/>
                                  </p:stCondLst>
                                  <p:childTnLst>
                                    <p:animEffect transition="out" filter="fade">
                                      <p:cBhvr>
                                        <p:cTn id="16" dur="50" tmFilter="0, 0; .2, .5; .8, .5; 1, 0"/>
                                        <p:tgtEl>
                                          <p:spTgt spid="3"/>
                                        </p:tgtEl>
                                      </p:cBhvr>
                                    </p:animEffect>
                                    <p:animScale>
                                      <p:cBhvr>
                                        <p:cTn id="17" dur="25" autoRev="1" fill="hold"/>
                                        <p:tgtEl>
                                          <p:spTgt spid="3"/>
                                        </p:tgtEl>
                                      </p:cBhvr>
                                      <p:by x="105000" y="105000"/>
                                    </p:animScale>
                                  </p:childTnLst>
                                </p:cTn>
                              </p:par>
                            </p:childTnLst>
                          </p:cTn>
                        </p:par>
                      </p:childTnLst>
                    </p:cTn>
                  </p:par>
                  <p:par>
                    <p:cTn id="18" fill="hold">
                      <p:stCondLst>
                        <p:cond delay="indefinite"/>
                      </p:stCondLst>
                      <p:childTnLst>
                        <p:par>
                          <p:cTn id="19" fill="hold">
                            <p:stCondLst>
                              <p:cond delay="0"/>
                            </p:stCondLst>
                            <p:childTnLst>
                              <p:par>
                                <p:cTn id="20" presetID="26" presetClass="emph" presetSubtype="0" fill="hold" grpId="3" nodeType="clickEffect">
                                  <p:stCondLst>
                                    <p:cond delay="0"/>
                                  </p:stCondLst>
                                  <p:childTnLst>
                                    <p:animEffect transition="out" filter="fade">
                                      <p:cBhvr>
                                        <p:cTn id="21" dur="50" tmFilter="0, 0; .2, .5; .8, .5; 1, 0"/>
                                        <p:tgtEl>
                                          <p:spTgt spid="3"/>
                                        </p:tgtEl>
                                      </p:cBhvr>
                                    </p:animEffect>
                                    <p:animScale>
                                      <p:cBhvr>
                                        <p:cTn id="22" dur="25"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3" grpId="2" animBg="1"/>
      <p:bldP spid="3" grpId="3"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ladsholder til indhold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5734" y="1453735"/>
            <a:ext cx="8781016" cy="4263671"/>
          </a:xfrm>
          <a:prstGeom prst="rect">
            <a:avLst/>
          </a:prstGeom>
        </p:spPr>
      </p:pic>
      <p:sp>
        <p:nvSpPr>
          <p:cNvPr id="3" name="Tekstfelt 2"/>
          <p:cNvSpPr txBox="1"/>
          <p:nvPr/>
        </p:nvSpPr>
        <p:spPr>
          <a:xfrm>
            <a:off x="2748039" y="6073541"/>
            <a:ext cx="7738711" cy="369332"/>
          </a:xfrm>
          <a:prstGeom prst="rect">
            <a:avLst/>
          </a:prstGeom>
          <a:noFill/>
        </p:spPr>
        <p:txBody>
          <a:bodyPr wrap="square" rtlCol="0">
            <a:spAutoFit/>
          </a:bodyPr>
          <a:lstStyle/>
          <a:p>
            <a:r>
              <a:rPr lang="da-DK" dirty="0"/>
              <a:t>Alkohol er en potentiel </a:t>
            </a:r>
            <a:r>
              <a:rPr lang="da-DK" dirty="0" err="1"/>
              <a:t>confounder</a:t>
            </a:r>
            <a:r>
              <a:rPr lang="da-DK" dirty="0"/>
              <a:t> (CVD kunne være en </a:t>
            </a:r>
            <a:r>
              <a:rPr lang="da-DK" dirty="0" err="1"/>
              <a:t>mediator</a:t>
            </a:r>
            <a:r>
              <a:rPr lang="da-DK" dirty="0"/>
              <a:t>)</a:t>
            </a:r>
          </a:p>
        </p:txBody>
      </p:sp>
      <p:sp>
        <p:nvSpPr>
          <p:cNvPr id="4" name="Title 1">
            <a:extLst>
              <a:ext uri="{FF2B5EF4-FFF2-40B4-BE49-F238E27FC236}">
                <a16:creationId xmlns:a16="http://schemas.microsoft.com/office/drawing/2014/main" id="{9699DC29-A8A9-FDE5-24CC-54F49F3D935B}"/>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a-DK" dirty="0"/>
              <a:t>Quiz 6: </a:t>
            </a:r>
            <a:r>
              <a:rPr lang="da-DK" sz="2800" dirty="0"/>
              <a:t>Vi skal undersøge sammenhængen mellem rygning og demens. Alkohol eller CVD kan være en </a:t>
            </a:r>
            <a:r>
              <a:rPr lang="da-DK" sz="2800" dirty="0" err="1"/>
              <a:t>confounder</a:t>
            </a:r>
            <a:r>
              <a:rPr lang="da-DK" sz="2800" dirty="0"/>
              <a:t>, men hvilken?</a:t>
            </a:r>
            <a:endParaRPr lang="da-DK" dirty="0"/>
          </a:p>
        </p:txBody>
      </p:sp>
    </p:spTree>
    <p:extLst>
      <p:ext uri="{BB962C8B-B14F-4D97-AF65-F5344CB8AC3E}">
        <p14:creationId xmlns:p14="http://schemas.microsoft.com/office/powerpoint/2010/main" val="10351942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90450D12-DFA8-F15F-3774-FF8E2BF143AE}"/>
              </a:ext>
            </a:extLst>
          </p:cNvPr>
          <p:cNvSpPr/>
          <p:nvPr>
            <p:custDataLst>
              <p:tags r:id="rId2"/>
            </p:custDataLst>
          </p:nvPr>
        </p:nvSpPr>
        <p:spPr>
          <a:xfrm>
            <a:off x="444693" y="1742703"/>
            <a:ext cx="2371696" cy="2371696"/>
          </a:xfrm>
          <a:prstGeom prst="rect">
            <a:avLst/>
          </a:prstGeom>
          <a:blipFill>
            <a:blip r:embed="rId5">
              <a:extLst>
                <a:ext uri="{96DAC541-7B7A-43D3-8B79-37D633B846F1}">
                  <asvg:svgBlip xmlns:asvg="http://schemas.microsoft.com/office/drawing/2016/SVG/main" r:embed="rId6"/>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3" name="Rektangel 2">
            <a:extLst>
              <a:ext uri="{FF2B5EF4-FFF2-40B4-BE49-F238E27FC236}">
                <a16:creationId xmlns:a16="http://schemas.microsoft.com/office/drawing/2014/main" id="{A190AB06-E447-4D74-0C60-393F1A010E56}"/>
              </a:ext>
            </a:extLst>
          </p:cNvPr>
          <p:cNvSpPr/>
          <p:nvPr>
            <p:custDataLst>
              <p:tags r:id="rId3"/>
            </p:custDataLst>
          </p:nvPr>
        </p:nvSpPr>
        <p:spPr>
          <a:xfrm>
            <a:off x="3112851" y="1000897"/>
            <a:ext cx="8486226" cy="3855308"/>
          </a:xfrm>
          <a:prstGeom prst="rect">
            <a:avLst/>
          </a:prstGeom>
          <a:noFill/>
          <a:ln w="12700" cap="flat" cmpd="sng" algn="ctr">
            <a:solidFill>
              <a:srgbClr val="FFFFF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a-DK" sz="3200" b="1">
                <a:solidFill>
                  <a:srgbClr val="000000"/>
                </a:solidFill>
              </a:rPr>
              <a:t>Quiz 7:
Hvilken metode kan ikke bruges til at håndtere confounding i design- eller analysefasen?</a:t>
            </a:r>
          </a:p>
        </p:txBody>
      </p:sp>
      <p:sp>
        <p:nvSpPr>
          <p:cNvPr id="4" name="Rektangel 3">
            <a:extLst>
              <a:ext uri="{FF2B5EF4-FFF2-40B4-BE49-F238E27FC236}">
                <a16:creationId xmlns:a16="http://schemas.microsoft.com/office/drawing/2014/main" id="{D0867C3F-CDF2-E903-1B76-93AE026429F3}"/>
              </a:ext>
            </a:extLst>
          </p:cNvPr>
          <p:cNvSpPr/>
          <p:nvPr/>
        </p:nvSpPr>
        <p:spPr>
          <a:xfrm>
            <a:off x="0" y="5820032"/>
            <a:ext cx="12192001" cy="1037968"/>
          </a:xfrm>
          <a:prstGeom prst="rect">
            <a:avLst/>
          </a:prstGeom>
          <a:solidFill>
            <a:srgbClr val="19803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41155" tIns="259404" rIns="1852888" bIns="203818" rtlCol="0" anchor="ctr">
            <a:normAutofit fontScale="92500"/>
          </a:bodyPr>
          <a:lstStyle/>
          <a:p>
            <a:r>
              <a:rPr lang="en-US" sz="2600">
                <a:solidFill>
                  <a:srgbClr val="FFFFFF"/>
                </a:solidFill>
              </a:rPr>
              <a:t>The </a:t>
            </a:r>
            <a:r>
              <a:rPr lang="en-US" sz="2600">
                <a:solidFill>
                  <a:srgbClr val="FFFFFF"/>
                </a:solidFill>
                <a:hlinkClick r:id="rId7">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endParaRPr lang="da-DK" sz="2600">
              <a:solidFill>
                <a:srgbClr val="FFFFFF"/>
              </a:solidFill>
            </a:endParaRPr>
          </a:p>
        </p:txBody>
      </p:sp>
      <p:pic>
        <p:nvPicPr>
          <p:cNvPr id="6" name="Grafik 5">
            <a:extLst>
              <a:ext uri="{FF2B5EF4-FFF2-40B4-BE49-F238E27FC236}">
                <a16:creationId xmlns:a16="http://schemas.microsoft.com/office/drawing/2014/main" id="{4AC91C50-6AE8-8250-AC33-9183F4CE6D62}"/>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296462" y="6190785"/>
            <a:ext cx="296462" cy="296462"/>
          </a:xfrm>
          <a:prstGeom prst="rect">
            <a:avLst/>
          </a:prstGeom>
        </p:spPr>
      </p:pic>
      <p:sp>
        <p:nvSpPr>
          <p:cNvPr id="7" name="Ligebenet trapez 6">
            <a:extLst>
              <a:ext uri="{FF2B5EF4-FFF2-40B4-BE49-F238E27FC236}">
                <a16:creationId xmlns:a16="http://schemas.microsoft.com/office/drawing/2014/main" id="{2CB423DA-9498-373A-73BF-51EB8E6A66B0}"/>
              </a:ext>
            </a:extLst>
          </p:cNvPr>
          <p:cNvSpPr/>
          <p:nvPr/>
        </p:nvSpPr>
        <p:spPr>
          <a:xfrm rot="2700000">
            <a:off x="9620371" y="514924"/>
            <a:ext cx="3335198" cy="778213"/>
          </a:xfrm>
          <a:prstGeom prst="trapezoid">
            <a:avLst>
              <a:gd name="adj" fmla="val 100000"/>
            </a:avLst>
          </a:prstGeom>
          <a:solidFill>
            <a:srgbClr val="EDFA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70000" lnSpcReduction="20000"/>
          </a:bodyPr>
          <a:lstStyle/>
          <a:p>
            <a:pPr algn="ctr"/>
            <a:r>
              <a:rPr lang="en-US" sz="2600" b="1">
                <a:solidFill>
                  <a:srgbClr val="198038"/>
                </a:solidFill>
              </a:rPr>
              <a:t>Do not edit
</a:t>
            </a:r>
            <a:r>
              <a:rPr lang="en-US" sz="2200">
                <a:solidFill>
                  <a:srgbClr val="198038"/>
                </a:solidFill>
                <a:hlinkClick r:id="rId10">
                  <a:extLst>
                    <a:ext uri="{A12FA001-AC4F-418D-AE19-62706E023703}">
                      <ahyp:hlinkClr xmlns:ahyp="http://schemas.microsoft.com/office/drawing/2018/hyperlinkcolor" val="tx"/>
                    </a:ext>
                  </a:extLst>
                </a:hlinkClick>
              </a:rPr>
              <a:t>How to change the design</a:t>
            </a:r>
            <a:endParaRPr lang="da-DK" sz="2200">
              <a:solidFill>
                <a:srgbClr val="198038"/>
              </a:solidFill>
            </a:endParaRPr>
          </a:p>
        </p:txBody>
      </p:sp>
      <p:pic>
        <p:nvPicPr>
          <p:cNvPr id="9" name="Grafik 8">
            <a:extLst>
              <a:ext uri="{FF2B5EF4-FFF2-40B4-BE49-F238E27FC236}">
                <a16:creationId xmlns:a16="http://schemas.microsoft.com/office/drawing/2014/main" id="{F40D518F-3E52-CD91-3676-05541DBB42AF}"/>
              </a:ext>
            </a:extLst>
          </p:cNvPr>
          <p:cNvPicPr>
            <a:picLocks/>
          </p:cNvPicPr>
          <p:nvPr/>
        </p:nvPicPr>
        <p:blipFill>
          <a:blip r:embed="rId11">
            <a:extLst>
              <a:ext uri="{96DAC541-7B7A-43D3-8B79-37D633B846F1}">
                <asvg:svgBlip xmlns:asvg="http://schemas.microsoft.com/office/drawing/2016/SVG/main" r:embed="rId12"/>
              </a:ext>
            </a:extLst>
          </a:blip>
          <a:stretch>
            <a:fillRect/>
          </a:stretch>
        </p:blipFill>
        <p:spPr>
          <a:xfrm>
            <a:off x="10746748" y="6153727"/>
            <a:ext cx="1111733" cy="370578"/>
          </a:xfrm>
          <a:prstGeom prst="rect">
            <a:avLst/>
          </a:prstGeom>
        </p:spPr>
      </p:pic>
    </p:spTree>
    <p:custDataLst>
      <p:tags r:id="rId1"/>
    </p:custDataLst>
    <p:extLst>
      <p:ext uri="{BB962C8B-B14F-4D97-AF65-F5344CB8AC3E}">
        <p14:creationId xmlns:p14="http://schemas.microsoft.com/office/powerpoint/2010/main" val="1238199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3"/>
                                        </p:tgtEl>
                                      </p:cBhvr>
                                    </p:animEffect>
                                    <p:animScale>
                                      <p:cBhvr>
                                        <p:cTn id="7" dur="25"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3D628-75E1-F75B-0C5D-7E80D66F6A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D80206-FA8C-841C-A71D-74F6A1C95B9D}"/>
              </a:ext>
            </a:extLst>
          </p:cNvPr>
          <p:cNvSpPr>
            <a:spLocks noGrp="1"/>
          </p:cNvSpPr>
          <p:nvPr>
            <p:ph type="title"/>
          </p:nvPr>
        </p:nvSpPr>
        <p:spPr/>
        <p:txBody>
          <a:bodyPr/>
          <a:lstStyle/>
          <a:p>
            <a:r>
              <a:rPr lang="da-DK" dirty="0"/>
              <a:t>Quiz 7</a:t>
            </a:r>
            <a:endParaRPr dirty="0"/>
          </a:p>
        </p:txBody>
      </p:sp>
      <p:sp>
        <p:nvSpPr>
          <p:cNvPr id="3" name="Pladsholder til slidenummer 2">
            <a:extLst>
              <a:ext uri="{FF2B5EF4-FFF2-40B4-BE49-F238E27FC236}">
                <a16:creationId xmlns:a16="http://schemas.microsoft.com/office/drawing/2014/main" id="{35524C38-BA60-2401-3609-A661EA3D088C}"/>
              </a:ext>
            </a:extLst>
          </p:cNvPr>
          <p:cNvSpPr>
            <a:spLocks noGrp="1"/>
          </p:cNvSpPr>
          <p:nvPr>
            <p:ph type="sldNum" sz="quarter" idx="12"/>
          </p:nvPr>
        </p:nvSpPr>
        <p:spPr/>
        <p:txBody>
          <a:bodyPr/>
          <a:lstStyle/>
          <a:p>
            <a:fld id="{C1FF6DA9-008F-8B48-92A6-B652298478BF}" type="slidenum">
              <a:rPr lang="en-US" smtClean="0"/>
              <a:t>16</a:t>
            </a:fld>
            <a:endParaRPr lang="en-US"/>
          </a:p>
        </p:txBody>
      </p:sp>
      <p:sp>
        <p:nvSpPr>
          <p:cNvPr id="7" name="Tekstfelt 6">
            <a:extLst>
              <a:ext uri="{FF2B5EF4-FFF2-40B4-BE49-F238E27FC236}">
                <a16:creationId xmlns:a16="http://schemas.microsoft.com/office/drawing/2014/main" id="{83699304-0DB4-BDA1-0CC7-3FDCD748D535}"/>
              </a:ext>
            </a:extLst>
          </p:cNvPr>
          <p:cNvSpPr txBox="1"/>
          <p:nvPr/>
        </p:nvSpPr>
        <p:spPr>
          <a:xfrm>
            <a:off x="900752" y="1562669"/>
            <a:ext cx="7806520" cy="646331"/>
          </a:xfrm>
          <a:prstGeom prst="rect">
            <a:avLst/>
          </a:prstGeom>
          <a:noFill/>
        </p:spPr>
        <p:txBody>
          <a:bodyPr wrap="square" rtlCol="0">
            <a:spAutoFit/>
          </a:bodyPr>
          <a:lstStyle/>
          <a:p>
            <a:r>
              <a:rPr lang="da-DK" dirty="0"/>
              <a:t>Blinding reducerer informations- og </a:t>
            </a:r>
            <a:r>
              <a:rPr lang="da-DK" dirty="0" err="1"/>
              <a:t>observerbias</a:t>
            </a:r>
            <a:r>
              <a:rPr lang="da-DK" dirty="0"/>
              <a:t>, men har ingen effekt på </a:t>
            </a:r>
            <a:r>
              <a:rPr lang="da-DK" dirty="0" err="1"/>
              <a:t>confounding</a:t>
            </a:r>
            <a:r>
              <a:rPr lang="da-DK" dirty="0"/>
              <a:t>.</a:t>
            </a:r>
          </a:p>
        </p:txBody>
      </p:sp>
    </p:spTree>
    <p:extLst>
      <p:ext uri="{BB962C8B-B14F-4D97-AF65-F5344CB8AC3E}">
        <p14:creationId xmlns:p14="http://schemas.microsoft.com/office/powerpoint/2010/main" val="13803971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ktangel 1"/>
          <p:cNvSpPr/>
          <p:nvPr>
            <p:custDataLst>
              <p:tags r:id="rId2"/>
            </p:custDataLst>
          </p:nvPr>
        </p:nvSpPr>
        <p:spPr>
          <a:xfrm>
            <a:off x="444693" y="1742703"/>
            <a:ext cx="2371696" cy="2371696"/>
          </a:xfrm>
          <a:prstGeom prst="rect">
            <a:avLst/>
          </a:prstGeom>
          <a:blipFill>
            <a:blip r:embed="rId5">
              <a:extLst>
                <a:ext uri="{96DAC541-7B7A-43D3-8B79-37D633B846F1}">
                  <asvg:svgBlip xmlns:asvg="http://schemas.microsoft.com/office/drawing/2016/SVG/main" r:embed="rId6"/>
                </a:ext>
              </a:extLst>
            </a:blip>
            <a:stretch>
              <a:fillRect/>
            </a:stretch>
          </a:blip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3" name="Rektangel 2"/>
          <p:cNvSpPr/>
          <p:nvPr>
            <p:custDataLst>
              <p:tags r:id="rId3"/>
            </p:custDataLst>
          </p:nvPr>
        </p:nvSpPr>
        <p:spPr>
          <a:xfrm>
            <a:off x="3112851" y="1000897"/>
            <a:ext cx="8486226" cy="3855308"/>
          </a:xfrm>
          <a:prstGeom prst="rect">
            <a:avLst/>
          </a:prstGeom>
          <a:noFill/>
          <a:ln w="12700" cap="flat" cmpd="sng" algn="ctr">
            <a:solidFill>
              <a:srgbClr val="FFFFF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a-DK" sz="2400" b="1">
                <a:solidFill>
                  <a:srgbClr val="000000"/>
                </a:solidFill>
              </a:rPr>
              <a:t>Quiz 8. Du skal undersøge sammenhængen mellem kaffeindtag (eksponering) og risikoen for hjertekarsygdom (udfald). Alder kan muligvis være en confounder, men hvordan vil du håndtere det?</a:t>
            </a:r>
          </a:p>
        </p:txBody>
      </p:sp>
      <p:sp>
        <p:nvSpPr>
          <p:cNvPr id="4" name="Rektangel 3"/>
          <p:cNvSpPr/>
          <p:nvPr/>
        </p:nvSpPr>
        <p:spPr>
          <a:xfrm>
            <a:off x="0" y="5820032"/>
            <a:ext cx="12192001" cy="1037968"/>
          </a:xfrm>
          <a:prstGeom prst="rect">
            <a:avLst/>
          </a:prstGeom>
          <a:solidFill>
            <a:srgbClr val="19803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741155" tIns="259404" rIns="1852888" bIns="203818" rtlCol="0" anchor="ctr">
            <a:normAutofit fontScale="92500"/>
          </a:bodyPr>
          <a:lstStyle/>
          <a:p>
            <a:r>
              <a:rPr lang="en-US" sz="2600">
                <a:solidFill>
                  <a:srgbClr val="FFFFFF"/>
                </a:solidFill>
              </a:rPr>
              <a:t>The </a:t>
            </a:r>
            <a:r>
              <a:rPr lang="en-US" sz="2600">
                <a:solidFill>
                  <a:srgbClr val="FFFFFF"/>
                </a:solidFill>
                <a:hlinkClick r:id="rId7"/>
              </a:rPr>
              <a:t>Slido app</a:t>
            </a:r>
            <a:r>
              <a:rPr lang="en-US" sz="2600">
                <a:solidFill>
                  <a:srgbClr val="FFFFFF"/>
                </a:solidFill>
              </a:rPr>
              <a:t> must be installed on every computer you’re presenting from</a:t>
            </a:r>
            <a:endParaRPr lang="da-DK" sz="2600">
              <a:solidFill>
                <a:srgbClr val="FFFFFF"/>
              </a:solidFill>
            </a:endParaRPr>
          </a:p>
        </p:txBody>
      </p:sp>
      <p:pic>
        <p:nvPicPr>
          <p:cNvPr id="5" name="Billede 4"/>
          <p:cNvPicPr>
            <a:picLocks/>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96462" y="6190785"/>
            <a:ext cx="296462" cy="296462"/>
          </a:xfrm>
          <a:prstGeom prst="rect">
            <a:avLst/>
          </a:prstGeom>
        </p:spPr>
      </p:pic>
      <p:sp>
        <p:nvSpPr>
          <p:cNvPr id="6" name="Ligebenet trapez 5"/>
          <p:cNvSpPr/>
          <p:nvPr/>
        </p:nvSpPr>
        <p:spPr>
          <a:xfrm rot="2700000">
            <a:off x="9620371" y="514924"/>
            <a:ext cx="3335198" cy="778213"/>
          </a:xfrm>
          <a:prstGeom prst="trapezoid">
            <a:avLst>
              <a:gd name="adj" fmla="val 100000"/>
            </a:avLst>
          </a:prstGeom>
          <a:solidFill>
            <a:srgbClr val="EDFA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tIns="0" bIns="0" rtlCol="0" anchor="t">
            <a:normAutofit fontScale="70000" lnSpcReduction="20000"/>
          </a:bodyPr>
          <a:lstStyle/>
          <a:p>
            <a:pPr algn="ctr"/>
            <a:r>
              <a:rPr lang="en-US" sz="2600" b="1">
                <a:solidFill>
                  <a:srgbClr val="198038"/>
                </a:solidFill>
              </a:rPr>
              <a:t>Do not edit
</a:t>
            </a:r>
            <a:r>
              <a:rPr lang="en-US" sz="2200">
                <a:solidFill>
                  <a:srgbClr val="198038"/>
                </a:solidFill>
                <a:hlinkClick r:id="rId10"/>
              </a:rPr>
              <a:t>How to change the design</a:t>
            </a:r>
            <a:endParaRPr lang="da-DK" sz="2200">
              <a:solidFill>
                <a:srgbClr val="198038"/>
              </a:solidFill>
            </a:endParaRPr>
          </a:p>
        </p:txBody>
      </p:sp>
      <p:pic>
        <p:nvPicPr>
          <p:cNvPr id="7" name="Billede 6"/>
          <p:cNvPicPr>
            <a:picLocks/>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746748" y="6153727"/>
            <a:ext cx="1111733" cy="370578"/>
          </a:xfrm>
          <a:prstGeom prst="rect">
            <a:avLst/>
          </a:prstGeom>
        </p:spPr>
      </p:pic>
    </p:spTree>
    <p:custDataLst>
      <p:tags r:id="rId1"/>
    </p:custDataLst>
    <p:extLst>
      <p:ext uri="{BB962C8B-B14F-4D97-AF65-F5344CB8AC3E}">
        <p14:creationId xmlns:p14="http://schemas.microsoft.com/office/powerpoint/2010/main" val="544277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3"/>
                                        </p:tgtEl>
                                      </p:cBhvr>
                                    </p:animEffect>
                                    <p:animScale>
                                      <p:cBhvr>
                                        <p:cTn id="7" dur="25"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838200" y="1253331"/>
            <a:ext cx="7886700"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600"/>
              </a:spcAft>
              <a:buNone/>
              <a:defRPr sz="1400"/>
            </a:pPr>
            <a:r>
              <a:rPr lang="da-DK" sz="1400" b="1" dirty="0" err="1"/>
              <a:t>Randomisering</a:t>
            </a:r>
            <a:r>
              <a:rPr lang="da-DK" sz="1400" dirty="0"/>
              <a:t>: Umiddelbart ikke en særlig god løsning. Uetisk at </a:t>
            </a:r>
            <a:r>
              <a:rPr lang="da-DK" sz="1400" dirty="0" err="1"/>
              <a:t>randomisere</a:t>
            </a:r>
            <a:r>
              <a:rPr lang="da-DK" sz="1400" dirty="0"/>
              <a:t> til et farligt </a:t>
            </a:r>
            <a:r>
              <a:rPr lang="da-DK" sz="1400" dirty="0" err="1"/>
              <a:t>outcome</a:t>
            </a:r>
            <a:r>
              <a:rPr lang="da-DK" sz="1400" dirty="0"/>
              <a:t>, som nok også tager mange år for at udvikle sig.</a:t>
            </a:r>
          </a:p>
          <a:p>
            <a:pPr marL="0" indent="0">
              <a:spcAft>
                <a:spcPts val="600"/>
              </a:spcAft>
              <a:buNone/>
              <a:defRPr sz="1400"/>
            </a:pPr>
            <a:r>
              <a:rPr lang="da-DK" sz="1400" b="1" dirty="0"/>
              <a:t>Matchning</a:t>
            </a:r>
            <a:r>
              <a:rPr lang="da-DK" sz="1400" dirty="0"/>
              <a:t>: Matchning bruges typisk i store registerstudier, hvor vi har information omkring eksponering. Kaffeindtag er ikke en del af registerdata i Danmark. Med det rigtige data er dette muligt. </a:t>
            </a:r>
          </a:p>
          <a:p>
            <a:pPr marL="0" indent="0">
              <a:spcAft>
                <a:spcPts val="600"/>
              </a:spcAft>
              <a:buNone/>
              <a:defRPr sz="1400"/>
            </a:pPr>
            <a:r>
              <a:rPr lang="da-DK" sz="1400" b="1" dirty="0"/>
              <a:t>Restriktion</a:t>
            </a:r>
            <a:r>
              <a:rPr lang="da-DK" sz="1400" dirty="0"/>
              <a:t>: </a:t>
            </a:r>
            <a:r>
              <a:rPr lang="da-DK" sz="1400" dirty="0" err="1"/>
              <a:t>Confounderen</a:t>
            </a:r>
            <a:r>
              <a:rPr lang="da-DK" sz="1400" dirty="0"/>
              <a:t> (alder) er kontinuert, og derfor kræver det en inddeling for at lave restriktion. Det er muligt.</a:t>
            </a:r>
            <a:endParaRPr lang="da-DK" sz="1400" b="1" dirty="0"/>
          </a:p>
          <a:p>
            <a:pPr marL="0" indent="0">
              <a:spcAft>
                <a:spcPts val="600"/>
              </a:spcAft>
              <a:buNone/>
              <a:defRPr sz="1400"/>
            </a:pPr>
            <a:r>
              <a:rPr lang="da-DK" sz="1400" b="1" dirty="0"/>
              <a:t>Stratifikation</a:t>
            </a:r>
            <a:r>
              <a:rPr lang="da-DK" sz="1400" dirty="0"/>
              <a:t>: </a:t>
            </a:r>
            <a:r>
              <a:rPr lang="da-DK" sz="1400" dirty="0" err="1"/>
              <a:t>Confounderen</a:t>
            </a:r>
            <a:r>
              <a:rPr lang="da-DK" sz="1400" dirty="0"/>
              <a:t> (alder) er kontinuert, og derfor kræver det en inddeling for at lave restriktion. Det er muligt.</a:t>
            </a:r>
          </a:p>
          <a:p>
            <a:pPr marL="0" indent="0">
              <a:spcAft>
                <a:spcPts val="600"/>
              </a:spcAft>
              <a:buNone/>
              <a:defRPr sz="1400"/>
            </a:pPr>
            <a:r>
              <a:rPr lang="da-DK" sz="1400" b="1" dirty="0"/>
              <a:t>Justerede analyser (regression)</a:t>
            </a:r>
            <a:r>
              <a:rPr lang="da-DK" sz="1400" dirty="0"/>
              <a:t>: Det er oplagt at justere for alder i en analyse. Det kan overvejes, om alder skal inddeles i grupper, så de giver mening i forhold til kaffeindtag.</a:t>
            </a:r>
            <a:endParaRPr lang="da-DK" sz="1400" b="1" dirty="0"/>
          </a:p>
        </p:txBody>
      </p:sp>
      <p:sp>
        <p:nvSpPr>
          <p:cNvPr id="3" name="Title 1">
            <a:extLst>
              <a:ext uri="{FF2B5EF4-FFF2-40B4-BE49-F238E27FC236}">
                <a16:creationId xmlns:a16="http://schemas.microsoft.com/office/drawing/2014/main" id="{A225B2AC-F0B0-8B61-2311-E4CCF9B382FA}"/>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a-DK" dirty="0"/>
              <a:t>Quiz 8</a:t>
            </a:r>
          </a:p>
        </p:txBody>
      </p:sp>
    </p:spTree>
    <p:extLst>
      <p:ext uri="{BB962C8B-B14F-4D97-AF65-F5344CB8AC3E}">
        <p14:creationId xmlns:p14="http://schemas.microsoft.com/office/powerpoint/2010/main" val="2752001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18AF1428-50A4-2A8E-72C9-8712EAADE831}"/>
              </a:ext>
            </a:extLst>
          </p:cNvPr>
          <p:cNvSpPr/>
          <p:nvPr>
            <p:custDataLst>
              <p:tags r:id="rId2"/>
            </p:custDataLst>
          </p:nvPr>
        </p:nvSpPr>
        <p:spPr>
          <a:xfrm>
            <a:off x="444693" y="1742703"/>
            <a:ext cx="2371696" cy="2371696"/>
          </a:xfrm>
          <a:prstGeom prst="rect">
            <a:avLst/>
          </a:prstGeom>
          <a:blipFill>
            <a:blip r:embed="rId5">
              <a:extLst>
                <a:ext uri="{96DAC541-7B7A-43D3-8B79-37D633B846F1}">
                  <asvg:svgBlip xmlns:asvg="http://schemas.microsoft.com/office/drawing/2016/SVG/main" r:embed="rId6"/>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3" name="Rektangel 2">
            <a:extLst>
              <a:ext uri="{FF2B5EF4-FFF2-40B4-BE49-F238E27FC236}">
                <a16:creationId xmlns:a16="http://schemas.microsoft.com/office/drawing/2014/main" id="{88B1659A-9A23-7BF6-6CE4-2FE41AB5B84E}"/>
              </a:ext>
            </a:extLst>
          </p:cNvPr>
          <p:cNvSpPr/>
          <p:nvPr>
            <p:custDataLst>
              <p:tags r:id="rId3"/>
            </p:custDataLst>
          </p:nvPr>
        </p:nvSpPr>
        <p:spPr>
          <a:xfrm>
            <a:off x="3112851" y="1000897"/>
            <a:ext cx="8486226" cy="3855308"/>
          </a:xfrm>
          <a:prstGeom prst="rect">
            <a:avLst/>
          </a:prstGeom>
          <a:noFill/>
          <a:ln w="12700" cap="flat" cmpd="sng" algn="ctr">
            <a:solidFill>
              <a:srgbClr val="FFFFF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a-DK" sz="3800" b="1">
                <a:solidFill>
                  <a:srgbClr val="000000"/>
                </a:solidFill>
              </a:rPr>
              <a:t>Quiz 9:
Hvilken af følgende variabler bør ikke justeres for, hvis man vil undgå bias?</a:t>
            </a:r>
          </a:p>
        </p:txBody>
      </p:sp>
      <p:sp>
        <p:nvSpPr>
          <p:cNvPr id="4" name="Rektangel 3">
            <a:extLst>
              <a:ext uri="{FF2B5EF4-FFF2-40B4-BE49-F238E27FC236}">
                <a16:creationId xmlns:a16="http://schemas.microsoft.com/office/drawing/2014/main" id="{FD7639BE-FB4B-EB34-5B08-5103F3F7E19A}"/>
              </a:ext>
            </a:extLst>
          </p:cNvPr>
          <p:cNvSpPr/>
          <p:nvPr/>
        </p:nvSpPr>
        <p:spPr>
          <a:xfrm>
            <a:off x="0" y="5820032"/>
            <a:ext cx="12192001" cy="1037968"/>
          </a:xfrm>
          <a:prstGeom prst="rect">
            <a:avLst/>
          </a:prstGeom>
          <a:solidFill>
            <a:srgbClr val="19803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41155" tIns="259404" rIns="1852888" bIns="203818" rtlCol="0" anchor="ctr">
            <a:normAutofit fontScale="92500"/>
          </a:bodyPr>
          <a:lstStyle/>
          <a:p>
            <a:r>
              <a:rPr lang="en-US" sz="2600">
                <a:solidFill>
                  <a:srgbClr val="FFFFFF"/>
                </a:solidFill>
              </a:rPr>
              <a:t>The </a:t>
            </a:r>
            <a:r>
              <a:rPr lang="en-US" sz="2600">
                <a:solidFill>
                  <a:srgbClr val="FFFFFF"/>
                </a:solidFill>
                <a:hlinkClick r:id="rId7">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endParaRPr lang="da-DK" sz="2600">
              <a:solidFill>
                <a:srgbClr val="FFFFFF"/>
              </a:solidFill>
            </a:endParaRPr>
          </a:p>
        </p:txBody>
      </p:sp>
      <p:pic>
        <p:nvPicPr>
          <p:cNvPr id="6" name="Grafik 5">
            <a:extLst>
              <a:ext uri="{FF2B5EF4-FFF2-40B4-BE49-F238E27FC236}">
                <a16:creationId xmlns:a16="http://schemas.microsoft.com/office/drawing/2014/main" id="{60B1B9C0-5DCD-2DFA-CD2E-8DE1CD892E92}"/>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296462" y="6190785"/>
            <a:ext cx="296462" cy="296462"/>
          </a:xfrm>
          <a:prstGeom prst="rect">
            <a:avLst/>
          </a:prstGeom>
        </p:spPr>
      </p:pic>
      <p:sp>
        <p:nvSpPr>
          <p:cNvPr id="7" name="Ligebenet trapez 6">
            <a:extLst>
              <a:ext uri="{FF2B5EF4-FFF2-40B4-BE49-F238E27FC236}">
                <a16:creationId xmlns:a16="http://schemas.microsoft.com/office/drawing/2014/main" id="{AD8BC753-710F-35C1-145D-5D3E1B5D8879}"/>
              </a:ext>
            </a:extLst>
          </p:cNvPr>
          <p:cNvSpPr/>
          <p:nvPr/>
        </p:nvSpPr>
        <p:spPr>
          <a:xfrm rot="2700000">
            <a:off x="9620371" y="514924"/>
            <a:ext cx="3335198" cy="778213"/>
          </a:xfrm>
          <a:prstGeom prst="trapezoid">
            <a:avLst>
              <a:gd name="adj" fmla="val 100000"/>
            </a:avLst>
          </a:prstGeom>
          <a:solidFill>
            <a:srgbClr val="EDFA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70000" lnSpcReduction="20000"/>
          </a:bodyPr>
          <a:lstStyle/>
          <a:p>
            <a:pPr algn="ctr"/>
            <a:r>
              <a:rPr lang="en-US" sz="2600" b="1">
                <a:solidFill>
                  <a:srgbClr val="198038"/>
                </a:solidFill>
              </a:rPr>
              <a:t>Do not edit
</a:t>
            </a:r>
            <a:r>
              <a:rPr lang="en-US" sz="2200">
                <a:solidFill>
                  <a:srgbClr val="198038"/>
                </a:solidFill>
                <a:hlinkClick r:id="rId10">
                  <a:extLst>
                    <a:ext uri="{A12FA001-AC4F-418D-AE19-62706E023703}">
                      <ahyp:hlinkClr xmlns:ahyp="http://schemas.microsoft.com/office/drawing/2018/hyperlinkcolor" val="tx"/>
                    </a:ext>
                  </a:extLst>
                </a:hlinkClick>
              </a:rPr>
              <a:t>How to change the design</a:t>
            </a:r>
            <a:endParaRPr lang="da-DK" sz="2200">
              <a:solidFill>
                <a:srgbClr val="198038"/>
              </a:solidFill>
            </a:endParaRPr>
          </a:p>
        </p:txBody>
      </p:sp>
      <p:pic>
        <p:nvPicPr>
          <p:cNvPr id="9" name="Grafik 8">
            <a:extLst>
              <a:ext uri="{FF2B5EF4-FFF2-40B4-BE49-F238E27FC236}">
                <a16:creationId xmlns:a16="http://schemas.microsoft.com/office/drawing/2014/main" id="{DC3E5D68-A234-68E0-42A9-348FD893785C}"/>
              </a:ext>
            </a:extLst>
          </p:cNvPr>
          <p:cNvPicPr>
            <a:picLocks/>
          </p:cNvPicPr>
          <p:nvPr/>
        </p:nvPicPr>
        <p:blipFill>
          <a:blip r:embed="rId11">
            <a:extLst>
              <a:ext uri="{96DAC541-7B7A-43D3-8B79-37D633B846F1}">
                <asvg:svgBlip xmlns:asvg="http://schemas.microsoft.com/office/drawing/2016/SVG/main" r:embed="rId12"/>
              </a:ext>
            </a:extLst>
          </a:blip>
          <a:stretch>
            <a:fillRect/>
          </a:stretch>
        </p:blipFill>
        <p:spPr>
          <a:xfrm>
            <a:off x="10746748" y="6153727"/>
            <a:ext cx="1111733" cy="370578"/>
          </a:xfrm>
          <a:prstGeom prst="rect">
            <a:avLst/>
          </a:prstGeom>
        </p:spPr>
      </p:pic>
    </p:spTree>
    <p:custDataLst>
      <p:tags r:id="rId1"/>
    </p:custDataLst>
    <p:extLst>
      <p:ext uri="{BB962C8B-B14F-4D97-AF65-F5344CB8AC3E}">
        <p14:creationId xmlns:p14="http://schemas.microsoft.com/office/powerpoint/2010/main" val="3761554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3"/>
                                        </p:tgtEl>
                                      </p:cBhvr>
                                    </p:animEffect>
                                    <p:animScale>
                                      <p:cBhvr>
                                        <p:cTn id="7" dur="25"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E9B5E-BE62-7D11-CEB3-6A1198604C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4ECCB7-6C16-53FC-4255-B4A2B5C109EE}"/>
              </a:ext>
            </a:extLst>
          </p:cNvPr>
          <p:cNvSpPr>
            <a:spLocks noGrp="1"/>
          </p:cNvSpPr>
          <p:nvPr>
            <p:ph type="title"/>
          </p:nvPr>
        </p:nvSpPr>
        <p:spPr/>
        <p:txBody>
          <a:bodyPr/>
          <a:lstStyle/>
          <a:p>
            <a:r>
              <a:rPr lang="da-DK" dirty="0"/>
              <a:t>Quiz 9</a:t>
            </a:r>
            <a:endParaRPr dirty="0"/>
          </a:p>
        </p:txBody>
      </p:sp>
      <p:sp>
        <p:nvSpPr>
          <p:cNvPr id="3" name="Pladsholder til slidenummer 2">
            <a:extLst>
              <a:ext uri="{FF2B5EF4-FFF2-40B4-BE49-F238E27FC236}">
                <a16:creationId xmlns:a16="http://schemas.microsoft.com/office/drawing/2014/main" id="{602ED975-3C68-E514-242E-2A5DC3CD90BC}"/>
              </a:ext>
            </a:extLst>
          </p:cNvPr>
          <p:cNvSpPr>
            <a:spLocks noGrp="1"/>
          </p:cNvSpPr>
          <p:nvPr>
            <p:ph type="sldNum" sz="quarter" idx="12"/>
          </p:nvPr>
        </p:nvSpPr>
        <p:spPr/>
        <p:txBody>
          <a:bodyPr/>
          <a:lstStyle/>
          <a:p>
            <a:fld id="{C1FF6DA9-008F-8B48-92A6-B652298478BF}" type="slidenum">
              <a:rPr lang="en-US" smtClean="0"/>
              <a:t>20</a:t>
            </a:fld>
            <a:endParaRPr lang="en-US"/>
          </a:p>
        </p:txBody>
      </p:sp>
      <p:sp>
        <p:nvSpPr>
          <p:cNvPr id="7" name="Tekstfelt 6">
            <a:extLst>
              <a:ext uri="{FF2B5EF4-FFF2-40B4-BE49-F238E27FC236}">
                <a16:creationId xmlns:a16="http://schemas.microsoft.com/office/drawing/2014/main" id="{578ADA44-887D-BF94-7059-785AE62215EB}"/>
              </a:ext>
            </a:extLst>
          </p:cNvPr>
          <p:cNvSpPr txBox="1"/>
          <p:nvPr/>
        </p:nvSpPr>
        <p:spPr>
          <a:xfrm>
            <a:off x="900752" y="1562669"/>
            <a:ext cx="7806520" cy="1200329"/>
          </a:xfrm>
          <a:prstGeom prst="rect">
            <a:avLst/>
          </a:prstGeom>
          <a:noFill/>
        </p:spPr>
        <p:txBody>
          <a:bodyPr wrap="square" rtlCol="0">
            <a:spAutoFit/>
          </a:bodyPr>
          <a:lstStyle/>
          <a:p>
            <a:r>
              <a:rPr lang="da-DK" dirty="0"/>
              <a:t>En mediator ligger på den kausale vej mellem eksponering og udfald. Justering for en mediator (kan) føre til overjustering og underestimering.</a:t>
            </a:r>
          </a:p>
          <a:p>
            <a:endParaRPr lang="da-DK" dirty="0"/>
          </a:p>
          <a:p>
            <a:r>
              <a:rPr lang="da-DK" dirty="0"/>
              <a:t>En </a:t>
            </a:r>
            <a:r>
              <a:rPr lang="da-DK" dirty="0" err="1"/>
              <a:t>collider</a:t>
            </a:r>
            <a:r>
              <a:rPr lang="da-DK" dirty="0"/>
              <a:t> skal ikke justeres for.</a:t>
            </a:r>
          </a:p>
        </p:txBody>
      </p:sp>
    </p:spTree>
    <p:extLst>
      <p:ext uri="{BB962C8B-B14F-4D97-AF65-F5344CB8AC3E}">
        <p14:creationId xmlns:p14="http://schemas.microsoft.com/office/powerpoint/2010/main" val="13174107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B35C-BC2B-9496-FCFF-539DD6A900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3D2669-BE7F-C028-D71A-F0299A46C7BC}"/>
              </a:ext>
            </a:extLst>
          </p:cNvPr>
          <p:cNvSpPr>
            <a:spLocks noGrp="1"/>
          </p:cNvSpPr>
          <p:nvPr>
            <p:ph type="title"/>
          </p:nvPr>
        </p:nvSpPr>
        <p:spPr/>
        <p:txBody>
          <a:bodyPr/>
          <a:lstStyle/>
          <a:p>
            <a:r>
              <a:rPr lang="da-DK" dirty="0"/>
              <a:t>Quiz 10</a:t>
            </a:r>
            <a:endParaRPr dirty="0"/>
          </a:p>
        </p:txBody>
      </p:sp>
      <p:sp>
        <p:nvSpPr>
          <p:cNvPr id="3" name="Pladsholder til slidenummer 2">
            <a:extLst>
              <a:ext uri="{FF2B5EF4-FFF2-40B4-BE49-F238E27FC236}">
                <a16:creationId xmlns:a16="http://schemas.microsoft.com/office/drawing/2014/main" id="{B66BE2C0-C4EF-A76D-A620-C4D58B9158CC}"/>
              </a:ext>
            </a:extLst>
          </p:cNvPr>
          <p:cNvSpPr>
            <a:spLocks noGrp="1"/>
          </p:cNvSpPr>
          <p:nvPr>
            <p:ph type="sldNum" sz="quarter" idx="12"/>
          </p:nvPr>
        </p:nvSpPr>
        <p:spPr/>
        <p:txBody>
          <a:bodyPr/>
          <a:lstStyle/>
          <a:p>
            <a:fld id="{C1FF6DA9-008F-8B48-92A6-B652298478BF}" type="slidenum">
              <a:rPr lang="en-US" smtClean="0"/>
              <a:t>21</a:t>
            </a:fld>
            <a:endParaRPr lang="en-US"/>
          </a:p>
        </p:txBody>
      </p:sp>
      <p:sp>
        <p:nvSpPr>
          <p:cNvPr id="7" name="Tekstfelt 6">
            <a:extLst>
              <a:ext uri="{FF2B5EF4-FFF2-40B4-BE49-F238E27FC236}">
                <a16:creationId xmlns:a16="http://schemas.microsoft.com/office/drawing/2014/main" id="{6355610D-5C60-CF2B-23AB-7D640390C57D}"/>
              </a:ext>
            </a:extLst>
          </p:cNvPr>
          <p:cNvSpPr txBox="1"/>
          <p:nvPr/>
        </p:nvSpPr>
        <p:spPr>
          <a:xfrm>
            <a:off x="900752" y="1562669"/>
            <a:ext cx="7806520" cy="646331"/>
          </a:xfrm>
          <a:prstGeom prst="rect">
            <a:avLst/>
          </a:prstGeom>
          <a:noFill/>
        </p:spPr>
        <p:txBody>
          <a:bodyPr wrap="square" rtlCol="0">
            <a:spAutoFit/>
          </a:bodyPr>
          <a:lstStyle/>
          <a:p>
            <a:r>
              <a:rPr lang="da-DK" dirty="0"/>
              <a:t>Du undersøger sammenhængen mellem X og Y. Z er en tredje faktor, men er Z en </a:t>
            </a:r>
            <a:r>
              <a:rPr lang="da-DK" dirty="0" err="1"/>
              <a:t>confounder</a:t>
            </a:r>
            <a:r>
              <a:rPr lang="da-DK" dirty="0"/>
              <a:t>, mediator og/eller </a:t>
            </a:r>
            <a:r>
              <a:rPr lang="da-DK" dirty="0" err="1"/>
              <a:t>collider</a:t>
            </a:r>
            <a:r>
              <a:rPr lang="da-DK" dirty="0"/>
              <a:t>?</a:t>
            </a:r>
          </a:p>
        </p:txBody>
      </p:sp>
      <p:sp>
        <p:nvSpPr>
          <p:cNvPr id="4" name="Ellipse 3">
            <a:extLst>
              <a:ext uri="{FF2B5EF4-FFF2-40B4-BE49-F238E27FC236}">
                <a16:creationId xmlns:a16="http://schemas.microsoft.com/office/drawing/2014/main" id="{037CE47C-708E-9F44-735D-D02AE77DEFF6}"/>
              </a:ext>
            </a:extLst>
          </p:cNvPr>
          <p:cNvSpPr/>
          <p:nvPr/>
        </p:nvSpPr>
        <p:spPr>
          <a:xfrm>
            <a:off x="1272745" y="3039762"/>
            <a:ext cx="1440000" cy="144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a-DK" dirty="0"/>
              <a:t>X</a:t>
            </a:r>
          </a:p>
        </p:txBody>
      </p:sp>
      <p:sp>
        <p:nvSpPr>
          <p:cNvPr id="5" name="Ellipse 4">
            <a:extLst>
              <a:ext uri="{FF2B5EF4-FFF2-40B4-BE49-F238E27FC236}">
                <a16:creationId xmlns:a16="http://schemas.microsoft.com/office/drawing/2014/main" id="{D2F9B5DC-2E17-E337-572E-D6B0744759D2}"/>
              </a:ext>
            </a:extLst>
          </p:cNvPr>
          <p:cNvSpPr/>
          <p:nvPr/>
        </p:nvSpPr>
        <p:spPr>
          <a:xfrm>
            <a:off x="5892113" y="3039762"/>
            <a:ext cx="1440000" cy="144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a-DK" dirty="0"/>
              <a:t>Y</a:t>
            </a:r>
          </a:p>
        </p:txBody>
      </p:sp>
      <p:sp>
        <p:nvSpPr>
          <p:cNvPr id="6" name="Ellipse 5">
            <a:extLst>
              <a:ext uri="{FF2B5EF4-FFF2-40B4-BE49-F238E27FC236}">
                <a16:creationId xmlns:a16="http://schemas.microsoft.com/office/drawing/2014/main" id="{B7479E1D-28AA-F975-6725-D6198A144DC3}"/>
              </a:ext>
            </a:extLst>
          </p:cNvPr>
          <p:cNvSpPr/>
          <p:nvPr/>
        </p:nvSpPr>
        <p:spPr>
          <a:xfrm>
            <a:off x="3581401" y="5037649"/>
            <a:ext cx="1440000" cy="144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a-DK" dirty="0"/>
              <a:t>Z</a:t>
            </a:r>
          </a:p>
        </p:txBody>
      </p:sp>
      <p:cxnSp>
        <p:nvCxnSpPr>
          <p:cNvPr id="9" name="Lige pilforbindelse 8">
            <a:extLst>
              <a:ext uri="{FF2B5EF4-FFF2-40B4-BE49-F238E27FC236}">
                <a16:creationId xmlns:a16="http://schemas.microsoft.com/office/drawing/2014/main" id="{7192A383-39BA-0168-5063-A72E3D436F59}"/>
              </a:ext>
            </a:extLst>
          </p:cNvPr>
          <p:cNvCxnSpPr>
            <a:cxnSpLocks/>
            <a:stCxn id="4" idx="4"/>
            <a:endCxn id="6" idx="2"/>
          </p:cNvCxnSpPr>
          <p:nvPr/>
        </p:nvCxnSpPr>
        <p:spPr>
          <a:xfrm>
            <a:off x="1992745" y="4479762"/>
            <a:ext cx="1588656" cy="1277887"/>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Lige pilforbindelse 13">
            <a:extLst>
              <a:ext uri="{FF2B5EF4-FFF2-40B4-BE49-F238E27FC236}">
                <a16:creationId xmlns:a16="http://schemas.microsoft.com/office/drawing/2014/main" id="{C7677BFC-564E-C8D9-4FF5-33B542BB681A}"/>
              </a:ext>
            </a:extLst>
          </p:cNvPr>
          <p:cNvCxnSpPr>
            <a:cxnSpLocks/>
            <a:stCxn id="6" idx="6"/>
            <a:endCxn id="5" idx="4"/>
          </p:cNvCxnSpPr>
          <p:nvPr/>
        </p:nvCxnSpPr>
        <p:spPr>
          <a:xfrm flipV="1">
            <a:off x="5021401" y="4479762"/>
            <a:ext cx="1590712" cy="1277887"/>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 name="Lige pilforbindelse 7">
            <a:extLst>
              <a:ext uri="{FF2B5EF4-FFF2-40B4-BE49-F238E27FC236}">
                <a16:creationId xmlns:a16="http://schemas.microsoft.com/office/drawing/2014/main" id="{640F8558-6AA7-AEA1-DA76-263B0AE5F621}"/>
              </a:ext>
            </a:extLst>
          </p:cNvPr>
          <p:cNvCxnSpPr>
            <a:cxnSpLocks/>
            <a:stCxn id="4" idx="6"/>
            <a:endCxn id="5" idx="2"/>
          </p:cNvCxnSpPr>
          <p:nvPr/>
        </p:nvCxnSpPr>
        <p:spPr>
          <a:xfrm>
            <a:off x="2712745" y="3759762"/>
            <a:ext cx="3179368" cy="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 name="Ellipse 11">
            <a:extLst>
              <a:ext uri="{FF2B5EF4-FFF2-40B4-BE49-F238E27FC236}">
                <a16:creationId xmlns:a16="http://schemas.microsoft.com/office/drawing/2014/main" id="{72A6E73C-1056-DE9A-D5D9-99316C59A634}"/>
              </a:ext>
            </a:extLst>
          </p:cNvPr>
          <p:cNvSpPr/>
          <p:nvPr/>
        </p:nvSpPr>
        <p:spPr>
          <a:xfrm>
            <a:off x="402033" y="5281475"/>
            <a:ext cx="1440000" cy="144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a-DK" dirty="0"/>
              <a:t>Q</a:t>
            </a:r>
          </a:p>
        </p:txBody>
      </p:sp>
      <p:cxnSp>
        <p:nvCxnSpPr>
          <p:cNvPr id="13" name="Lige pilforbindelse 12">
            <a:extLst>
              <a:ext uri="{FF2B5EF4-FFF2-40B4-BE49-F238E27FC236}">
                <a16:creationId xmlns:a16="http://schemas.microsoft.com/office/drawing/2014/main" id="{6A7A0FD9-F4C2-9F37-CF87-221D8120D0AA}"/>
              </a:ext>
            </a:extLst>
          </p:cNvPr>
          <p:cNvCxnSpPr>
            <a:cxnSpLocks/>
            <a:stCxn id="12" idx="6"/>
          </p:cNvCxnSpPr>
          <p:nvPr/>
        </p:nvCxnSpPr>
        <p:spPr>
          <a:xfrm flipV="1">
            <a:off x="1842033" y="5919762"/>
            <a:ext cx="1739368" cy="81713"/>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25962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AF1DB328-EF01-37A1-346F-B9F38F4BE010}"/>
              </a:ext>
            </a:extLst>
          </p:cNvPr>
          <p:cNvSpPr/>
          <p:nvPr>
            <p:custDataLst>
              <p:tags r:id="rId2"/>
            </p:custDataLst>
          </p:nvPr>
        </p:nvSpPr>
        <p:spPr>
          <a:xfrm>
            <a:off x="444693" y="1742703"/>
            <a:ext cx="2371696" cy="2371696"/>
          </a:xfrm>
          <a:prstGeom prst="rect">
            <a:avLst/>
          </a:prstGeom>
          <a:blipFill>
            <a:blip r:embed="rId5">
              <a:extLst>
                <a:ext uri="{96DAC541-7B7A-43D3-8B79-37D633B846F1}">
                  <asvg:svgBlip xmlns:asvg="http://schemas.microsoft.com/office/drawing/2016/SVG/main" r:embed="rId6"/>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3" name="Rektangel 2">
            <a:extLst>
              <a:ext uri="{FF2B5EF4-FFF2-40B4-BE49-F238E27FC236}">
                <a16:creationId xmlns:a16="http://schemas.microsoft.com/office/drawing/2014/main" id="{E7220C77-E84E-7678-3121-51ACA8B4B475}"/>
              </a:ext>
            </a:extLst>
          </p:cNvPr>
          <p:cNvSpPr/>
          <p:nvPr>
            <p:custDataLst>
              <p:tags r:id="rId3"/>
            </p:custDataLst>
          </p:nvPr>
        </p:nvSpPr>
        <p:spPr>
          <a:xfrm>
            <a:off x="3112851" y="1000897"/>
            <a:ext cx="8486226" cy="3855308"/>
          </a:xfrm>
          <a:prstGeom prst="rect">
            <a:avLst/>
          </a:prstGeom>
          <a:noFill/>
          <a:ln w="12700" cap="flat" cmpd="sng" algn="ctr">
            <a:solidFill>
              <a:srgbClr val="FFFFF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da-DK" sz="4000" b="1">
                <a:solidFill>
                  <a:srgbClr val="000000"/>
                </a:solidFill>
              </a:rPr>
              <a:t>Quiz 10:
Hvad er Z?</a:t>
            </a:r>
          </a:p>
        </p:txBody>
      </p:sp>
      <p:sp>
        <p:nvSpPr>
          <p:cNvPr id="4" name="Rektangel 3">
            <a:extLst>
              <a:ext uri="{FF2B5EF4-FFF2-40B4-BE49-F238E27FC236}">
                <a16:creationId xmlns:a16="http://schemas.microsoft.com/office/drawing/2014/main" id="{74F27A78-BA1F-7C64-48A9-A5C6A9C1D866}"/>
              </a:ext>
            </a:extLst>
          </p:cNvPr>
          <p:cNvSpPr/>
          <p:nvPr/>
        </p:nvSpPr>
        <p:spPr>
          <a:xfrm>
            <a:off x="0" y="5820032"/>
            <a:ext cx="12192001" cy="1037968"/>
          </a:xfrm>
          <a:prstGeom prst="rect">
            <a:avLst/>
          </a:prstGeom>
          <a:solidFill>
            <a:srgbClr val="19803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41155" tIns="259404" rIns="1852888" bIns="203818" rtlCol="0" anchor="ctr">
            <a:normAutofit fontScale="92500"/>
          </a:bodyPr>
          <a:lstStyle/>
          <a:p>
            <a:r>
              <a:rPr lang="en-US" sz="2600">
                <a:solidFill>
                  <a:srgbClr val="FFFFFF"/>
                </a:solidFill>
              </a:rPr>
              <a:t>The </a:t>
            </a:r>
            <a:r>
              <a:rPr lang="en-US" sz="2600">
                <a:solidFill>
                  <a:srgbClr val="FFFFFF"/>
                </a:solidFill>
                <a:hlinkClick r:id="rId7">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endParaRPr lang="da-DK" sz="2600">
              <a:solidFill>
                <a:srgbClr val="FFFFFF"/>
              </a:solidFill>
            </a:endParaRPr>
          </a:p>
        </p:txBody>
      </p:sp>
      <p:pic>
        <p:nvPicPr>
          <p:cNvPr id="6" name="Grafik 5">
            <a:extLst>
              <a:ext uri="{FF2B5EF4-FFF2-40B4-BE49-F238E27FC236}">
                <a16:creationId xmlns:a16="http://schemas.microsoft.com/office/drawing/2014/main" id="{53A8FC9D-EAFC-CFC0-DAEC-383111AA6195}"/>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296462" y="6190785"/>
            <a:ext cx="296462" cy="296462"/>
          </a:xfrm>
          <a:prstGeom prst="rect">
            <a:avLst/>
          </a:prstGeom>
        </p:spPr>
      </p:pic>
      <p:sp>
        <p:nvSpPr>
          <p:cNvPr id="7" name="Ligebenet trapez 6">
            <a:extLst>
              <a:ext uri="{FF2B5EF4-FFF2-40B4-BE49-F238E27FC236}">
                <a16:creationId xmlns:a16="http://schemas.microsoft.com/office/drawing/2014/main" id="{F6C50893-1EB9-0049-4CB5-3868EB55AE22}"/>
              </a:ext>
            </a:extLst>
          </p:cNvPr>
          <p:cNvSpPr/>
          <p:nvPr/>
        </p:nvSpPr>
        <p:spPr>
          <a:xfrm rot="2700000">
            <a:off x="9620371" y="514924"/>
            <a:ext cx="3335198" cy="778213"/>
          </a:xfrm>
          <a:prstGeom prst="trapezoid">
            <a:avLst>
              <a:gd name="adj" fmla="val 100000"/>
            </a:avLst>
          </a:prstGeom>
          <a:solidFill>
            <a:srgbClr val="EDFA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70000" lnSpcReduction="20000"/>
          </a:bodyPr>
          <a:lstStyle/>
          <a:p>
            <a:pPr algn="ctr"/>
            <a:r>
              <a:rPr lang="en-US" sz="2600" b="1">
                <a:solidFill>
                  <a:srgbClr val="198038"/>
                </a:solidFill>
              </a:rPr>
              <a:t>Do not edit
</a:t>
            </a:r>
            <a:r>
              <a:rPr lang="en-US" sz="2200">
                <a:solidFill>
                  <a:srgbClr val="198038"/>
                </a:solidFill>
                <a:hlinkClick r:id="rId10">
                  <a:extLst>
                    <a:ext uri="{A12FA001-AC4F-418D-AE19-62706E023703}">
                      <ahyp:hlinkClr xmlns:ahyp="http://schemas.microsoft.com/office/drawing/2018/hyperlinkcolor" val="tx"/>
                    </a:ext>
                  </a:extLst>
                </a:hlinkClick>
              </a:rPr>
              <a:t>How to change the design</a:t>
            </a:r>
            <a:endParaRPr lang="da-DK" sz="2200">
              <a:solidFill>
                <a:srgbClr val="198038"/>
              </a:solidFill>
            </a:endParaRPr>
          </a:p>
        </p:txBody>
      </p:sp>
      <p:pic>
        <p:nvPicPr>
          <p:cNvPr id="9" name="Grafik 8">
            <a:extLst>
              <a:ext uri="{FF2B5EF4-FFF2-40B4-BE49-F238E27FC236}">
                <a16:creationId xmlns:a16="http://schemas.microsoft.com/office/drawing/2014/main" id="{230A3052-7A43-FE98-59B7-6C50F5A94CFD}"/>
              </a:ext>
            </a:extLst>
          </p:cNvPr>
          <p:cNvPicPr>
            <a:picLocks/>
          </p:cNvPicPr>
          <p:nvPr/>
        </p:nvPicPr>
        <p:blipFill>
          <a:blip r:embed="rId11">
            <a:extLst>
              <a:ext uri="{96DAC541-7B7A-43D3-8B79-37D633B846F1}">
                <asvg:svgBlip xmlns:asvg="http://schemas.microsoft.com/office/drawing/2016/SVG/main" r:embed="rId12"/>
              </a:ext>
            </a:extLst>
          </a:blip>
          <a:stretch>
            <a:fillRect/>
          </a:stretch>
        </p:blipFill>
        <p:spPr>
          <a:xfrm>
            <a:off x="10746748" y="6153727"/>
            <a:ext cx="1111733" cy="370578"/>
          </a:xfrm>
          <a:prstGeom prst="rect">
            <a:avLst/>
          </a:prstGeom>
        </p:spPr>
      </p:pic>
    </p:spTree>
    <p:custDataLst>
      <p:tags r:id="rId1"/>
    </p:custDataLst>
    <p:extLst>
      <p:ext uri="{BB962C8B-B14F-4D97-AF65-F5344CB8AC3E}">
        <p14:creationId xmlns:p14="http://schemas.microsoft.com/office/powerpoint/2010/main" val="4207304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3"/>
                                        </p:tgtEl>
                                      </p:cBhvr>
                                    </p:animEffect>
                                    <p:animScale>
                                      <p:cBhvr>
                                        <p:cTn id="7" dur="25"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7583D-61C3-7619-0D48-7C54E457BF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AFC47F-3271-54A4-7E96-BE37B2351A0D}"/>
              </a:ext>
            </a:extLst>
          </p:cNvPr>
          <p:cNvSpPr>
            <a:spLocks noGrp="1"/>
          </p:cNvSpPr>
          <p:nvPr>
            <p:ph type="title"/>
          </p:nvPr>
        </p:nvSpPr>
        <p:spPr/>
        <p:txBody>
          <a:bodyPr/>
          <a:lstStyle/>
          <a:p>
            <a:r>
              <a:rPr lang="da-DK"/>
              <a:t>Quiz 10</a:t>
            </a:r>
            <a:endParaRPr dirty="0"/>
          </a:p>
        </p:txBody>
      </p:sp>
      <p:sp>
        <p:nvSpPr>
          <p:cNvPr id="3" name="Pladsholder til slidenummer 2">
            <a:extLst>
              <a:ext uri="{FF2B5EF4-FFF2-40B4-BE49-F238E27FC236}">
                <a16:creationId xmlns:a16="http://schemas.microsoft.com/office/drawing/2014/main" id="{18B2EF3B-AADE-A1E0-BB1A-FA83E0868D19}"/>
              </a:ext>
            </a:extLst>
          </p:cNvPr>
          <p:cNvSpPr>
            <a:spLocks noGrp="1"/>
          </p:cNvSpPr>
          <p:nvPr>
            <p:ph type="sldNum" sz="quarter" idx="12"/>
          </p:nvPr>
        </p:nvSpPr>
        <p:spPr/>
        <p:txBody>
          <a:bodyPr/>
          <a:lstStyle/>
          <a:p>
            <a:fld id="{C1FF6DA9-008F-8B48-92A6-B652298478BF}" type="slidenum">
              <a:rPr lang="en-US" smtClean="0"/>
              <a:t>23</a:t>
            </a:fld>
            <a:endParaRPr lang="en-US"/>
          </a:p>
        </p:txBody>
      </p:sp>
      <p:sp>
        <p:nvSpPr>
          <p:cNvPr id="7" name="Tekstfelt 6">
            <a:extLst>
              <a:ext uri="{FF2B5EF4-FFF2-40B4-BE49-F238E27FC236}">
                <a16:creationId xmlns:a16="http://schemas.microsoft.com/office/drawing/2014/main" id="{D95A8139-AE33-FDD3-6083-F2E7A1021099}"/>
              </a:ext>
            </a:extLst>
          </p:cNvPr>
          <p:cNvSpPr txBox="1"/>
          <p:nvPr/>
        </p:nvSpPr>
        <p:spPr>
          <a:xfrm>
            <a:off x="900752" y="1562669"/>
            <a:ext cx="7806520" cy="646331"/>
          </a:xfrm>
          <a:prstGeom prst="rect">
            <a:avLst/>
          </a:prstGeom>
          <a:noFill/>
        </p:spPr>
        <p:txBody>
          <a:bodyPr wrap="square" rtlCol="0">
            <a:spAutoFit/>
          </a:bodyPr>
          <a:lstStyle/>
          <a:p>
            <a:r>
              <a:rPr lang="da-DK" dirty="0"/>
              <a:t>Z er en mediator, da X fører til Z, som fører videre til Y. Samtidig er Z en </a:t>
            </a:r>
            <a:r>
              <a:rPr lang="da-DK" dirty="0" err="1"/>
              <a:t>collider</a:t>
            </a:r>
            <a:r>
              <a:rPr lang="da-DK" dirty="0"/>
              <a:t>, da både X og Q fører til Z.</a:t>
            </a:r>
          </a:p>
        </p:txBody>
      </p:sp>
      <p:sp>
        <p:nvSpPr>
          <p:cNvPr id="4" name="Ellipse 3">
            <a:extLst>
              <a:ext uri="{FF2B5EF4-FFF2-40B4-BE49-F238E27FC236}">
                <a16:creationId xmlns:a16="http://schemas.microsoft.com/office/drawing/2014/main" id="{BB149FBC-5BCB-6DDB-EA37-DA506C12B244}"/>
              </a:ext>
            </a:extLst>
          </p:cNvPr>
          <p:cNvSpPr/>
          <p:nvPr/>
        </p:nvSpPr>
        <p:spPr>
          <a:xfrm>
            <a:off x="1272745" y="3039762"/>
            <a:ext cx="1440000" cy="144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a-DK" dirty="0"/>
              <a:t>X</a:t>
            </a:r>
          </a:p>
        </p:txBody>
      </p:sp>
      <p:sp>
        <p:nvSpPr>
          <p:cNvPr id="5" name="Ellipse 4">
            <a:extLst>
              <a:ext uri="{FF2B5EF4-FFF2-40B4-BE49-F238E27FC236}">
                <a16:creationId xmlns:a16="http://schemas.microsoft.com/office/drawing/2014/main" id="{DAF81719-2A45-806F-C5DE-58D600F9337B}"/>
              </a:ext>
            </a:extLst>
          </p:cNvPr>
          <p:cNvSpPr/>
          <p:nvPr/>
        </p:nvSpPr>
        <p:spPr>
          <a:xfrm>
            <a:off x="5892113" y="3039762"/>
            <a:ext cx="1440000" cy="144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a-DK" dirty="0"/>
              <a:t>Y</a:t>
            </a:r>
          </a:p>
        </p:txBody>
      </p:sp>
      <p:sp>
        <p:nvSpPr>
          <p:cNvPr id="6" name="Ellipse 5">
            <a:extLst>
              <a:ext uri="{FF2B5EF4-FFF2-40B4-BE49-F238E27FC236}">
                <a16:creationId xmlns:a16="http://schemas.microsoft.com/office/drawing/2014/main" id="{7764F3BC-8EE4-3A67-8D41-32D53BFD29D7}"/>
              </a:ext>
            </a:extLst>
          </p:cNvPr>
          <p:cNvSpPr/>
          <p:nvPr/>
        </p:nvSpPr>
        <p:spPr>
          <a:xfrm>
            <a:off x="3581401" y="5037649"/>
            <a:ext cx="1440000" cy="144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a-DK" dirty="0"/>
              <a:t>Z</a:t>
            </a:r>
          </a:p>
        </p:txBody>
      </p:sp>
      <p:cxnSp>
        <p:nvCxnSpPr>
          <p:cNvPr id="9" name="Lige pilforbindelse 8">
            <a:extLst>
              <a:ext uri="{FF2B5EF4-FFF2-40B4-BE49-F238E27FC236}">
                <a16:creationId xmlns:a16="http://schemas.microsoft.com/office/drawing/2014/main" id="{6E0A7281-DFC6-25C4-6447-5EBCA44D9D51}"/>
              </a:ext>
            </a:extLst>
          </p:cNvPr>
          <p:cNvCxnSpPr>
            <a:cxnSpLocks/>
            <a:stCxn id="4" idx="4"/>
            <a:endCxn id="6" idx="2"/>
          </p:cNvCxnSpPr>
          <p:nvPr/>
        </p:nvCxnSpPr>
        <p:spPr>
          <a:xfrm>
            <a:off x="1992745" y="4479762"/>
            <a:ext cx="1588656" cy="1277887"/>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Lige pilforbindelse 13">
            <a:extLst>
              <a:ext uri="{FF2B5EF4-FFF2-40B4-BE49-F238E27FC236}">
                <a16:creationId xmlns:a16="http://schemas.microsoft.com/office/drawing/2014/main" id="{AAA63C44-253A-25E0-8A10-815ABB4EAF62}"/>
              </a:ext>
            </a:extLst>
          </p:cNvPr>
          <p:cNvCxnSpPr>
            <a:cxnSpLocks/>
            <a:stCxn id="6" idx="6"/>
            <a:endCxn id="5" idx="4"/>
          </p:cNvCxnSpPr>
          <p:nvPr/>
        </p:nvCxnSpPr>
        <p:spPr>
          <a:xfrm flipV="1">
            <a:off x="5021401" y="4479762"/>
            <a:ext cx="1590712" cy="1277887"/>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8" name="Lige pilforbindelse 7">
            <a:extLst>
              <a:ext uri="{FF2B5EF4-FFF2-40B4-BE49-F238E27FC236}">
                <a16:creationId xmlns:a16="http://schemas.microsoft.com/office/drawing/2014/main" id="{C7765670-08D6-F2B6-8154-5216FDF5B02A}"/>
              </a:ext>
            </a:extLst>
          </p:cNvPr>
          <p:cNvCxnSpPr>
            <a:cxnSpLocks/>
            <a:stCxn id="4" idx="6"/>
            <a:endCxn id="5" idx="2"/>
          </p:cNvCxnSpPr>
          <p:nvPr/>
        </p:nvCxnSpPr>
        <p:spPr>
          <a:xfrm>
            <a:off x="2712745" y="3759762"/>
            <a:ext cx="3179368" cy="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 name="Ellipse 11">
            <a:extLst>
              <a:ext uri="{FF2B5EF4-FFF2-40B4-BE49-F238E27FC236}">
                <a16:creationId xmlns:a16="http://schemas.microsoft.com/office/drawing/2014/main" id="{8A42BA8C-9FF6-2319-67BE-12901CCCBBCA}"/>
              </a:ext>
            </a:extLst>
          </p:cNvPr>
          <p:cNvSpPr/>
          <p:nvPr/>
        </p:nvSpPr>
        <p:spPr>
          <a:xfrm>
            <a:off x="402033" y="5281475"/>
            <a:ext cx="1440000" cy="144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a-DK" dirty="0"/>
              <a:t>Q</a:t>
            </a:r>
          </a:p>
        </p:txBody>
      </p:sp>
      <p:cxnSp>
        <p:nvCxnSpPr>
          <p:cNvPr id="13" name="Lige pilforbindelse 12">
            <a:extLst>
              <a:ext uri="{FF2B5EF4-FFF2-40B4-BE49-F238E27FC236}">
                <a16:creationId xmlns:a16="http://schemas.microsoft.com/office/drawing/2014/main" id="{8A7CB44A-3CEF-1BE5-50E8-9F6A299A5280}"/>
              </a:ext>
            </a:extLst>
          </p:cNvPr>
          <p:cNvCxnSpPr>
            <a:cxnSpLocks/>
            <a:stCxn id="12" idx="6"/>
          </p:cNvCxnSpPr>
          <p:nvPr/>
        </p:nvCxnSpPr>
        <p:spPr>
          <a:xfrm flipV="1">
            <a:off x="1842033" y="5919762"/>
            <a:ext cx="1739368" cy="81713"/>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961068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LIDO_APP_VERSION" val="1.18.0.6804"/>
  <p:tag name="SLIDO_PRESENTATION_ID" val="0986406d-6381-43c9-a16b-2f92fda81106"/>
  <p:tag name="SLIDO_EVENT_UUID" val="b440f67d-704b-4a08-8544-aa1cf7f7ca22"/>
  <p:tag name="SLIDO_EVENT_SECTION_UUID" val="3580a611-7b02-4ad2-862a-269f94cd6c2c"/>
</p:tagLst>
</file>

<file path=ppt/tags/tag2.xml><?xml version="1.0" encoding="utf-8"?>
<p:tagLst xmlns:a="http://schemas.openxmlformats.org/drawingml/2006/main" xmlns:r="http://schemas.openxmlformats.org/officeDocument/2006/relationships" xmlns:p="http://schemas.openxmlformats.org/presentationml/2006/main">
  <p:tag name="SLIDO_METADATA" val="eyJUaW1lc3RhbXAiOjE3Njc2OTU4MDd9"/>
  <p:tag name="SLIDO_TYPE" val="SlidoPoll"/>
  <p:tag name="SLIDO_POLL_UUID" val="c39f69e5-2f1c-4d5d-bca3-2f60f9651db8"/>
  <p:tag name="SLIDO_TIMELINE" val="W3sicG9sbFF1ZXN0aW9uVXVpZCI6IjVlMjI4YmZlLWY4MmQtNDVjYS1hNzI4LWI1MDFmZGEyNmYxZCIsInNob3dSZXN1bHRzIjpmYWxzZSwic2hvd0NvcnJlY3RBbnN3ZXJzIjpmYWxzZSwidm90aW5nTG9ja2VkIjpmYWxzZX0seyJwb2xsUXVlc3Rpb25VdWlkIjoiNWUyMjhiZmUtZjgyZC00NWNhLWE3MjgtYjUwMWZkYTI2ZjFkIiwic2hvd1Jlc3VsdHMiOnRydWUsInNob3dDb3JyZWN0QW5zd2VycyI6dHJ1ZSwidm90aW5nTG9ja2VkIjpmYWxzZX1d"/>
</p:tagLst>
</file>

<file path=ppt/tags/tag3.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4.xml><?xml version="1.0" encoding="utf-8"?>
<p:tagLst xmlns:a="http://schemas.openxmlformats.org/drawingml/2006/main" xmlns:r="http://schemas.openxmlformats.org/officeDocument/2006/relationships" xmlns:p="http://schemas.openxmlformats.org/presentationml/2006/main">
  <p:tag name="SLIDO_ELEMENT" val="title"/>
</p:tagLst>
</file>

<file path=ppt/tags/tag5.xml><?xml version="1.0" encoding="utf-8"?>
<p:tagLst xmlns:a="http://schemas.openxmlformats.org/drawingml/2006/main" xmlns:r="http://schemas.openxmlformats.org/officeDocument/2006/relationships" xmlns:p="http://schemas.openxmlformats.org/presentationml/2006/main">
  <p:tag name="SLIDO_METADATA" val="eyJUaW1lc3RhbXAiOjE3Njc2OTYyODJ9"/>
  <p:tag name="SLIDO_TYPE" val="SlidoPoll"/>
  <p:tag name="SLIDO_POLL_UUID" val="30f85665-ba64-45fd-8941-0693741fcbb2"/>
  <p:tag name="SLIDO_TIMELINE" val="W3sicG9sbFF1ZXN0aW9uVXVpZCI6IjcxN2MwZGNiLTkwODMtNDlhMy1hYTNhLThkNjBlOWM5MzdkMSIsInNob3dSZXN1bHRzIjpmYWxzZSwic2hvd0NvcnJlY3RBbnN3ZXJzIjpmYWxzZSwidm90aW5nTG9ja2VkIjpmYWxzZX0seyJwb2xsUXVlc3Rpb25VdWlkIjoiNzE3YzBkY2ItOTA4My00OWEzLWFhM2EtOGQ2MGU5YzkzN2QxIiwic2hvd1Jlc3VsdHMiOnRydWUsInNob3dDb3JyZWN0QW5zd2VycyI6dHJ1ZSwidm90aW5nTG9ja2VkIjpmYWxzZX1d"/>
</p:tagLst>
</file>

<file path=ppt/tags/tag6.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7.xml><?xml version="1.0" encoding="utf-8"?>
<p:tagLst xmlns:a="http://schemas.openxmlformats.org/drawingml/2006/main" xmlns:r="http://schemas.openxmlformats.org/officeDocument/2006/relationships" xmlns:p="http://schemas.openxmlformats.org/presentationml/2006/main">
  <p:tag name="SLIDO_ELEMENT" val="title"/>
</p:tagLst>
</file>

<file path=ppt/tags/tag8.xml><?xml version="1.0" encoding="utf-8"?>
<p:tagLst xmlns:a="http://schemas.openxmlformats.org/drawingml/2006/main" xmlns:r="http://schemas.openxmlformats.org/officeDocument/2006/relationships" xmlns:p="http://schemas.openxmlformats.org/presentationml/2006/main">
  <p:tag name="SLIDO_METADATA" val="eyJUaW1lc3RhbXAiOjE3Njc2OTk4MzJ9"/>
  <p:tag name="SLIDO_TYPE" val="SlidoPoll"/>
  <p:tag name="SLIDO_POLL_UUID" val="73897650-05ec-4836-84e9-89d9ff584de7"/>
  <p:tag name="SLIDO_TIMELINE" val="W3sicG9sbFF1ZXN0aW9uVXVpZCI6IjRkZTZjNzU4LTIxYjktNGFmMS1iNWExLTkxNWQxNjE4MGM5ZSIsInNob3dSZXN1bHRzIjpmYWxzZSwic2hvd0NvcnJlY3RBbnN3ZXJzIjpmYWxzZSwidm90aW5nTG9ja2VkIjpmYWxzZX0seyJwb2xsUXVlc3Rpb25VdWlkIjoiNGRlNmM3NTgtMjFiOS00YWYxLWI1YTEtOTE1ZDE2MTgwYzllIiwic2hvd1Jlc3VsdHMiOnRydWUsInNob3dDb3JyZWN0QW5zd2VycyI6dHJ1ZSwidm90aW5nTG9ja2VkIjpmYWxzZX1d"/>
</p:tagLst>
</file>

<file path=ppt/tags/tag9.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10.xml><?xml version="1.0" encoding="utf-8"?>
<p:tagLst xmlns:a="http://schemas.openxmlformats.org/drawingml/2006/main" xmlns:r="http://schemas.openxmlformats.org/officeDocument/2006/relationships" xmlns:p="http://schemas.openxmlformats.org/presentationml/2006/main">
  <p:tag name="SLIDO_ELEMENT" val="title"/>
</p:tagLst>
</file>

<file path=ppt/tags/tag11.xml><?xml version="1.0" encoding="utf-8"?>
<p:tagLst xmlns:a="http://schemas.openxmlformats.org/drawingml/2006/main" xmlns:r="http://schemas.openxmlformats.org/officeDocument/2006/relationships" xmlns:p="http://schemas.openxmlformats.org/presentationml/2006/main">
  <p:tag name="SLIDO_METADATA" val="eyJUaW1lc3RhbXAiOjE3Njc2OTk5NTd9"/>
  <p:tag name="SLIDO_TYPE" val="SlidoPoll"/>
  <p:tag name="SLIDO_POLL_UUID" val="a96cad0d-9471-4e8b-a170-6e981a0ff0a6"/>
  <p:tag name="SLIDO_TIMELINE" val="W3sicG9sbFF1ZXN0aW9uVXVpZCI6ImFjNTdkOGM3LTI5OTItNDhkNS04YWE5LWRhYjAxOTE0ZTU1YyIsInNob3dSZXN1bHRzIjpmYWxzZSwic2hvd0NvcnJlY3RBbnN3ZXJzIjpmYWxzZSwidm90aW5nTG9ja2VkIjpmYWxzZX0seyJwb2xsUXVlc3Rpb25VdWlkIjoiYWM1N2Q4YzctMjk5Mi00OGQ1LThhYTktZGFiMDE5MTRlNTVjIiwic2hvd1Jlc3VsdHMiOnRydWUsInNob3dDb3JyZWN0QW5zd2VycyI6dHJ1ZSwidm90aW5nTG9ja2VkIjpmYWxzZX1d"/>
</p:tagLst>
</file>

<file path=ppt/tags/tag12.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13.xml><?xml version="1.0" encoding="utf-8"?>
<p:tagLst xmlns:a="http://schemas.openxmlformats.org/drawingml/2006/main" xmlns:r="http://schemas.openxmlformats.org/officeDocument/2006/relationships" xmlns:p="http://schemas.openxmlformats.org/presentationml/2006/main">
  <p:tag name="SLIDO_ELEMENT" val="title"/>
</p:tagLst>
</file>

<file path=ppt/tags/tag14.xml><?xml version="1.0" encoding="utf-8"?>
<p:tagLst xmlns:a="http://schemas.openxmlformats.org/drawingml/2006/main" xmlns:r="http://schemas.openxmlformats.org/officeDocument/2006/relationships" xmlns:p="http://schemas.openxmlformats.org/presentationml/2006/main">
  <p:tag name="SLIDO_METADATA" val="eyJUaW1lc3RhbXAiOjE3Njc2OTYwMzR9"/>
  <p:tag name="SLIDO_TYPE" val="SlidoPoll"/>
  <p:tag name="SLIDO_POLL_UUID" val="bfde9a87-52c5-4315-aa5d-e15ace346ad9"/>
  <p:tag name="SLIDO_TIMELINE" val="W3sicG9sbFF1ZXN0aW9uVXVpZCI6IjcxMzVkYTJjLWZiZmEtNDEyMy1hOTU4LTA1MjlmM2I5YTJjNSIsInNob3dSZXN1bHRzIjpmYWxzZSwic2hvd0NvcnJlY3RBbnN3ZXJzIjpmYWxzZSwidm90aW5nTG9ja2VkIjpmYWxzZX0seyJwb2xsUXVlc3Rpb25VdWlkIjoiNzEzNWRhMmMtZmJmYS00MTIzLWE5NTgtMDUyOWYzYjlhMmM1Iiwic2hvd1Jlc3VsdHMiOnRydWUsInNob3dDb3JyZWN0QW5zd2VycyI6dHJ1ZSwidm90aW5nTG9ja2VkIjpmYWxzZX1d"/>
</p:tagLst>
</file>

<file path=ppt/tags/tag15.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16.xml><?xml version="1.0" encoding="utf-8"?>
<p:tagLst xmlns:a="http://schemas.openxmlformats.org/drawingml/2006/main" xmlns:r="http://schemas.openxmlformats.org/officeDocument/2006/relationships" xmlns:p="http://schemas.openxmlformats.org/presentationml/2006/main">
  <p:tag name="SLIDO_ELEMENT" val="title"/>
</p:tagLst>
</file>

<file path=ppt/tags/tag17.xml><?xml version="1.0" encoding="utf-8"?>
<p:tagLst xmlns:a="http://schemas.openxmlformats.org/drawingml/2006/main" xmlns:r="http://schemas.openxmlformats.org/officeDocument/2006/relationships" xmlns:p="http://schemas.openxmlformats.org/presentationml/2006/main">
  <p:tag name="SLIDO_METADATA" val="eyJUaW1lc3RhbXAiOjE3NTg3ODQ2ODN9"/>
  <p:tag name="SLIDO_TYPE" val="SlidoPoll"/>
  <p:tag name="SLIDO_POLL_UUID" val="90f3206f-6790-49aa-903e-619cb45a0bd1"/>
  <p:tag name="SLIDO_POLL_QUESTION_UUID" val="4c8ecf21-a2b0-402e-bed6-b13d58ddd6c5"/>
  <p:tag name="SLIDO_TIMELINE" val="W3sic2NyZWVuIjoiUXVpekpvaW5pbmciLCJzaG93UmVzdWx0cyI6ZmFsc2UsInNob3dDb3JyZWN0QW5zd2VycyI6ZmFsc2UsInZvdGluZ0xvY2tlZCI6ZmFsc2V9LHsicG9sbFF1ZXN0aW9uVXVpZCI6IjRjOGVjZjIxLWEyYjAtNDAyZS1iZWQ2LWIxM2Q1OGRkZDZjNSIsInNob3dSZXN1bHRzIjpmYWxzZSwic2hvd0NvcnJlY3RBbnN3ZXJzIjpmYWxzZSwidm90aW5nTG9ja2VkIjpmYWxzZX0seyJwb2xsUXVlc3Rpb25VdWlkIjoiNGM4ZWNmMjEtYTJiMC00MDJlLWJlZDYtYjEzZDU4ZGRkNmM1Iiwic2hvd1Jlc3VsdHMiOnRydWUsInNob3dDb3JyZWN0QW5zd2VycyI6ZmFsc2UsInZvdGluZ0xvY2tlZCI6dHJ1ZX0seyJwb2xsUXVlc3Rpb25VdWlkIjoiNGM4ZWNmMjEtYTJiMC00MDJlLWJlZDYtYjEzZDU4ZGRkNmM1Iiwic2hvd1Jlc3VsdHMiOnRydWUsInNob3dDb3JyZWN0QW5zd2VycyI6dHJ1ZSwidm90aW5nTG9ja2VkIjp0cnVlfSx7InNjcmVlbiI6IlF1aXpMZWFkZXJib2FyZCIsInBvbGxRdWVzdGlvblV1aWQiOiIxNDYyMTY2My0yNjExLTRmM2YtYTNmMi0zYjMxMWQzYzk3YzUiLCJzaG93UmVzdWx0cyI6dHJ1ZSwic2hvd0NvcnJlY3RBbnN3ZXJzIjp0cnVlLCJ2b3RpbmdMb2NrZWQiOnRydWV9XQ=="/>
</p:tagLst>
</file>

<file path=ppt/tags/tag18.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Quiz"/>
</p:tagLst>
</file>

<file path=ppt/tags/tag19.xml><?xml version="1.0" encoding="utf-8"?>
<p:tagLst xmlns:a="http://schemas.openxmlformats.org/drawingml/2006/main" xmlns:r="http://schemas.openxmlformats.org/officeDocument/2006/relationships" xmlns:p="http://schemas.openxmlformats.org/presentationml/2006/main">
  <p:tag name="SLIDO_ELEMENT" val="title"/>
</p:tagLst>
</file>

<file path=ppt/tags/tag20.xml><?xml version="1.0" encoding="utf-8"?>
<p:tagLst xmlns:a="http://schemas.openxmlformats.org/drawingml/2006/main" xmlns:r="http://schemas.openxmlformats.org/officeDocument/2006/relationships" xmlns:p="http://schemas.openxmlformats.org/presentationml/2006/main">
  <p:tag name="SLIDO_METADATA" val="eyJUaW1lc3RhbXAiOjE3Njc3MDAxNzF9"/>
  <p:tag name="SLIDO_TYPE" val="SlidoPoll"/>
  <p:tag name="SLIDO_POLL_UUID" val="63d98f55-b816-4967-8ebb-6d1a2c6ebf1f"/>
  <p:tag name="SLIDO_TIMELINE" val="W3sicG9sbFF1ZXN0aW9uVXVpZCI6IjJjMzc4ZDJkLTUzNzctNDYwMC1hOWM4LTk1YTZhMTIwZmUyNiIsInNob3dSZXN1bHRzIjpmYWxzZSwic2hvd0NvcnJlY3RBbnN3ZXJzIjpmYWxzZSwidm90aW5nTG9ja2VkIjpmYWxzZX0seyJwb2xsUXVlc3Rpb25VdWlkIjoiMmMzNzhkMmQtNTM3Ny00NjAwLWE5YzgtOTVhNmExMjBmZTI2Iiwic2hvd1Jlc3VsdHMiOnRydWUsInNob3dDb3JyZWN0QW5zd2VycyI6dHJ1ZSwidm90aW5nTG9ja2VkIjpmYWxzZX1d"/>
</p:tagLst>
</file>

<file path=ppt/tags/tag21.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22.xml><?xml version="1.0" encoding="utf-8"?>
<p:tagLst xmlns:a="http://schemas.openxmlformats.org/drawingml/2006/main" xmlns:r="http://schemas.openxmlformats.org/officeDocument/2006/relationships" xmlns:p="http://schemas.openxmlformats.org/presentationml/2006/main">
  <p:tag name="SLIDO_ELEMENT" val="title"/>
</p:tagLst>
</file>

<file path=ppt/tags/tag23.xml><?xml version="1.0" encoding="utf-8"?>
<p:tagLst xmlns:a="http://schemas.openxmlformats.org/drawingml/2006/main" xmlns:r="http://schemas.openxmlformats.org/officeDocument/2006/relationships" xmlns:p="http://schemas.openxmlformats.org/presentationml/2006/main">
  <p:tag name="SLIDO_METADATA" val="eyJUaW1lc3RhbXAiOjE3NTg3ODQ2OTJ9"/>
  <p:tag name="SLIDO_TYPE" val="SlidoPoll"/>
  <p:tag name="SLIDO_POLL_UUID" val="ad86ad1c-a357-4c8b-bf46-23025a0251a3"/>
  <p:tag name="SLIDO_TIMELINE" val="W3sicG9sbFF1ZXN0aW9uVXVpZCI6Ijc0OGRlOTU2LWJjZTctNDI3MS04ZGNiLWE2MmYwMmVkNzVjYiIsInNob3dSZXN1bHRzIjpmYWxzZSwic2hvd0NvcnJlY3RBbnN3ZXJzIjpmYWxzZSwidm90aW5nTG9ja2VkIjpmYWxzZX0seyJwb2xsUXVlc3Rpb25VdWlkIjoiNzQ4ZGU5NTYtYmNlNy00MjcxLThkY2ItYTYyZjAyZWQ3NWNiIiwic2hvd1Jlc3VsdHMiOnRydWUsInNob3dDb3JyZWN0QW5zd2VycyI6dHJ1ZSwidm90aW5nTG9ja2VkIjpmYWxzZX1d"/>
</p:tagLst>
</file>

<file path=ppt/tags/tag24.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25.xml><?xml version="1.0" encoding="utf-8"?>
<p:tagLst xmlns:a="http://schemas.openxmlformats.org/drawingml/2006/main" xmlns:r="http://schemas.openxmlformats.org/officeDocument/2006/relationships" xmlns:p="http://schemas.openxmlformats.org/presentationml/2006/main">
  <p:tag name="SLIDO_ELEMENT" val="title"/>
</p:tagLst>
</file>

<file path=ppt/tags/tag26.xml><?xml version="1.0" encoding="utf-8"?>
<p:tagLst xmlns:a="http://schemas.openxmlformats.org/drawingml/2006/main" xmlns:r="http://schemas.openxmlformats.org/officeDocument/2006/relationships" xmlns:p="http://schemas.openxmlformats.org/presentationml/2006/main">
  <p:tag name="SLIDO_METADATA" val="eyJUaW1lc3RhbXAiOjE3Njc2OTk3Mjh9"/>
  <p:tag name="SLIDO_TYPE" val="SlidoPoll"/>
  <p:tag name="SLIDO_POLL_UUID" val="66661eef-4f49-4488-8d84-3160c61678ba"/>
  <p:tag name="SLIDO_TIMELINE" val="W3sicG9sbFF1ZXN0aW9uVXVpZCI6IjNlYmQwZWM2LWM4ZDktNDE2NS04ODg5LWJkM2I1MDZlNmNlZCIsInNob3dSZXN1bHRzIjpmYWxzZSwic2hvd0NvcnJlY3RBbnN3ZXJzIjpmYWxzZSwidm90aW5nTG9ja2VkIjpmYWxzZX0seyJwb2xsUXVlc3Rpb25VdWlkIjoiM2ViZDBlYzYtYzhkOS00MTY1LTg4ODktYmQzYjUwNmU2Y2VkIiwic2hvd1Jlc3VsdHMiOnRydWUsInNob3dDb3JyZWN0QW5zd2VycyI6dHJ1ZSwidm90aW5nTG9ja2VkIjpmYWxzZX1d"/>
</p:tagLst>
</file>

<file path=ppt/tags/tag27.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28.xml><?xml version="1.0" encoding="utf-8"?>
<p:tagLst xmlns:a="http://schemas.openxmlformats.org/drawingml/2006/main" xmlns:r="http://schemas.openxmlformats.org/officeDocument/2006/relationships" xmlns:p="http://schemas.openxmlformats.org/presentationml/2006/main">
  <p:tag name="SLIDO_ELEMENT" val="title"/>
</p:tagLst>
</file>

<file path=ppt/tags/tag29.xml><?xml version="1.0" encoding="utf-8"?>
<p:tagLst xmlns:a="http://schemas.openxmlformats.org/drawingml/2006/main" xmlns:r="http://schemas.openxmlformats.org/officeDocument/2006/relationships" xmlns:p="http://schemas.openxmlformats.org/presentationml/2006/main">
  <p:tag name="SLIDO_METADATA" val="eyJUaW1lc3RhbXAiOjE3NzE5MjAyODF9"/>
  <p:tag name="SLIDO_TYPE" val="SlidoPoll"/>
  <p:tag name="SLIDO_POLL_UUID" val="fde1b789-60d4-45a2-a3ea-d7570de3b755"/>
  <p:tag name="SLIDO_TIMELINE" val="W3sicG9sbFF1ZXN0aW9uVXVpZCI6IjMzYjMwOThhLTExY2QtNDk4NS1iNzBkLTk4OWQ0ZTIzZWM1NiIsInNob3dSZXN1bHRzIjpmYWxzZSwic2hvd0NvcnJlY3RBbnN3ZXJzIjpmYWxzZSwidm90aW5nTG9ja2VkIjpmYWxzZX0seyJwb2xsUXVlc3Rpb25VdWlkIjoiMzNiMzA5OGEtMTFjZC00OTg1LWI3MGQtOTg5ZDRlMjNlYzU2Iiwic2hvd1Jlc3VsdHMiOnRydWUsInNob3dDb3JyZWN0QW5zd2VycyI6dHJ1ZSwidm90aW5nTG9ja2VkIjpmYWxzZX1d"/>
</p:tagLst>
</file>

<file path=ppt/tags/tag30.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31.xml><?xml version="1.0" encoding="utf-8"?>
<p:tagLst xmlns:a="http://schemas.openxmlformats.org/drawingml/2006/main" xmlns:r="http://schemas.openxmlformats.org/officeDocument/2006/relationships" xmlns:p="http://schemas.openxmlformats.org/presentationml/2006/main">
  <p:tag name="SLIDO_ELEMENT" val="title"/>
</p:tagLst>
</file>

<file path=ppt/theme/theme1.xml><?xml version="1.0" encoding="utf-8"?>
<a:theme xmlns:a="http://schemas.openxmlformats.org/drawingml/2006/main" name="Office-tema">
  <a:themeElements>
    <a:clrScheme name="Kont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ontor">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ont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tema">
  <a:themeElements>
    <a:clrScheme name="Kont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ontor">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ont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131</TotalTime>
  <Words>990</Words>
  <Application>Microsoft Office PowerPoint</Application>
  <PresentationFormat>Widescreen</PresentationFormat>
  <Paragraphs>103</Paragraphs>
  <Slides>23</Slides>
  <Notes>9</Notes>
  <HiddenSlides>0</HiddenSlides>
  <MMClips>0</MMClips>
  <ScaleCrop>false</ScaleCrop>
  <HeadingPairs>
    <vt:vector size="6" baseType="variant">
      <vt:variant>
        <vt:lpstr>Benyttede skrifttyper</vt:lpstr>
      </vt:variant>
      <vt:variant>
        <vt:i4>3</vt:i4>
      </vt:variant>
      <vt:variant>
        <vt:lpstr>Tema</vt:lpstr>
      </vt:variant>
      <vt:variant>
        <vt:i4>1</vt:i4>
      </vt:variant>
      <vt:variant>
        <vt:lpstr>Slidetitler</vt:lpstr>
      </vt:variant>
      <vt:variant>
        <vt:i4>23</vt:i4>
      </vt:variant>
    </vt:vector>
  </HeadingPairs>
  <TitlesOfParts>
    <vt:vector size="27" baseType="lpstr">
      <vt:lpstr>Arial</vt:lpstr>
      <vt:lpstr>Calibri</vt:lpstr>
      <vt:lpstr>Calibri Light</vt:lpstr>
      <vt:lpstr>Office-tema</vt:lpstr>
      <vt:lpstr>EPI 3 Konfundering quiz</vt:lpstr>
      <vt:lpstr>PowerPoint-præsentation</vt:lpstr>
      <vt:lpstr>Quiz 1</vt:lpstr>
      <vt:lpstr>PowerPoint-præsentation</vt:lpstr>
      <vt:lpstr>Quiz 2</vt:lpstr>
      <vt:lpstr>PowerPoint-præsentation</vt:lpstr>
      <vt:lpstr>Quiz 3</vt:lpstr>
      <vt:lpstr>PowerPoint-præsentation</vt:lpstr>
      <vt:lpstr>Quiz 4</vt:lpstr>
      <vt:lpstr>PowerPoint-præsentation</vt:lpstr>
      <vt:lpstr>Quiz 5</vt:lpstr>
      <vt:lpstr>PowerPoint-præsentation</vt:lpstr>
      <vt:lpstr>PowerPoint-præsentation</vt:lpstr>
      <vt:lpstr>PowerPoint-præsentation</vt:lpstr>
      <vt:lpstr>PowerPoint-præsentation</vt:lpstr>
      <vt:lpstr>Quiz 7</vt:lpstr>
      <vt:lpstr>PowerPoint-præsentation</vt:lpstr>
      <vt:lpstr>PowerPoint-præsentation</vt:lpstr>
      <vt:lpstr>PowerPoint-præsentation</vt:lpstr>
      <vt:lpstr>Quiz 9</vt:lpstr>
      <vt:lpstr>Quiz 10</vt:lpstr>
      <vt:lpstr>PowerPoint-præsentation</vt:lpstr>
      <vt:lpstr>Quiz 10</vt:lpstr>
    </vt:vector>
  </TitlesOfParts>
  <Company>Region Syddanmark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EPI 3 Konfundering quiz</dc:title>
  <dc:creator>Jens-Jakob Kjer Møller</dc:creator>
  <cp:lastModifiedBy>Jens-Jakob Kjer Møller</cp:lastModifiedBy>
  <cp:revision>12</cp:revision>
  <dcterms:created xsi:type="dcterms:W3CDTF">2025-09-25T07:15:07Z</dcterms:created>
  <dcterms:modified xsi:type="dcterms:W3CDTF">2026-02-24T11:11:18Z</dcterms:modified>
</cp:coreProperties>
</file>