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media/image8.svg" ContentType="image/unknown"/>
  <Override PartName="/ppt/media/image9.svg" ContentType="image/unknown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91" r:id="rId4"/>
    <p:sldId id="292" r:id="rId5"/>
    <p:sldId id="293" r:id="rId6"/>
    <p:sldId id="294" r:id="rId7"/>
    <p:sldId id="257" r:id="rId8"/>
    <p:sldId id="265" r:id="rId9"/>
    <p:sldId id="258" r:id="rId10"/>
    <p:sldId id="259" r:id="rId11"/>
    <p:sldId id="266" r:id="rId12"/>
    <p:sldId id="260" r:id="rId13"/>
    <p:sldId id="268" r:id="rId14"/>
    <p:sldId id="269" r:id="rId15"/>
    <p:sldId id="282" r:id="rId16"/>
    <p:sldId id="270" r:id="rId17"/>
    <p:sldId id="271" r:id="rId18"/>
    <p:sldId id="275" r:id="rId19"/>
    <p:sldId id="272" r:id="rId20"/>
    <p:sldId id="273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61" r:id="rId30"/>
    <p:sldId id="267" r:id="rId31"/>
    <p:sldId id="262" r:id="rId32"/>
    <p:sldId id="263" r:id="rId33"/>
    <p:sldId id="264" r:id="rId34"/>
    <p:sldId id="284" r:id="rId35"/>
    <p:sldId id="285" r:id="rId36"/>
    <p:sldId id="286" r:id="rId37"/>
    <p:sldId id="287" r:id="rId38"/>
    <p:sldId id="289" r:id="rId39"/>
    <p:sldId id="288" r:id="rId40"/>
    <p:sldId id="295" r:id="rId41"/>
    <p:sldId id="296" r:id="rId42"/>
    <p:sldId id="297" r:id="rId43"/>
    <p:sldId id="298" r:id="rId44"/>
  </p:sldIdLst>
  <p:sldSz cx="12192000" cy="6858000"/>
  <p:notesSz cx="6858000" cy="9144000"/>
  <p:custDataLst>
    <p:tags r:id="rId45"/>
  </p:custDataLst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C74F4-923A-4236-B39B-C72EA083E7F7}" v="565" dt="2026-03-12T10:14:07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-Jakob Kjer Møller" userId="ecba9b24-e9b5-4d68-b011-18c0f20b3743" providerId="ADAL" clId="{A6A2CB1A-029F-4BB2-8E68-B062D13FD1D3}"/>
    <pc:docChg chg="undo custSel addSld modSld sldOrd">
      <pc:chgData name="Jens-Jakob Kjer Møller" userId="ecba9b24-e9b5-4d68-b011-18c0f20b3743" providerId="ADAL" clId="{A6A2CB1A-029F-4BB2-8E68-B062D13FD1D3}" dt="2026-03-12T10:14:12.956" v="721" actId="20577"/>
      <pc:docMkLst>
        <pc:docMk/>
      </pc:docMkLst>
      <pc:sldChg chg="modSp mod">
        <pc:chgData name="Jens-Jakob Kjer Møller" userId="ecba9b24-e9b5-4d68-b011-18c0f20b3743" providerId="ADAL" clId="{A6A2CB1A-029F-4BB2-8E68-B062D13FD1D3}" dt="2026-03-12T07:58:40.649" v="19" actId="20577"/>
        <pc:sldMkLst>
          <pc:docMk/>
          <pc:sldMk cId="3727257317" sldId="256"/>
        </pc:sldMkLst>
        <pc:spChg chg="mod">
          <ac:chgData name="Jens-Jakob Kjer Møller" userId="ecba9b24-e9b5-4d68-b011-18c0f20b3743" providerId="ADAL" clId="{A6A2CB1A-029F-4BB2-8E68-B062D13FD1D3}" dt="2026-03-12T07:58:40.649" v="19" actId="20577"/>
          <ac:spMkLst>
            <pc:docMk/>
            <pc:sldMk cId="3727257317" sldId="256"/>
            <ac:spMk id="3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0:10.724" v="290" actId="20577"/>
        <pc:sldMkLst>
          <pc:docMk/>
          <pc:sldMk cId="1310146978" sldId="257"/>
        </pc:sldMkLst>
        <pc:spChg chg="mod">
          <ac:chgData name="Jens-Jakob Kjer Møller" userId="ecba9b24-e9b5-4d68-b011-18c0f20b3743" providerId="ADAL" clId="{A6A2CB1A-029F-4BB2-8E68-B062D13FD1D3}" dt="2026-03-12T08:10:10.724" v="290" actId="20577"/>
          <ac:spMkLst>
            <pc:docMk/>
            <pc:sldMk cId="1310146978" sldId="257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0:36.612" v="305" actId="20577"/>
        <pc:sldMkLst>
          <pc:docMk/>
          <pc:sldMk cId="1051972479" sldId="258"/>
        </pc:sldMkLst>
        <pc:spChg chg="mod">
          <ac:chgData name="Jens-Jakob Kjer Møller" userId="ecba9b24-e9b5-4d68-b011-18c0f20b3743" providerId="ADAL" clId="{A6A2CB1A-029F-4BB2-8E68-B062D13FD1D3}" dt="2026-03-12T08:10:36.612" v="305" actId="20577"/>
          <ac:spMkLst>
            <pc:docMk/>
            <pc:sldMk cId="1051972479" sldId="258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0:40.506" v="307" actId="20577"/>
        <pc:sldMkLst>
          <pc:docMk/>
          <pc:sldMk cId="3070302601" sldId="259"/>
        </pc:sldMkLst>
        <pc:spChg chg="mod">
          <ac:chgData name="Jens-Jakob Kjer Møller" userId="ecba9b24-e9b5-4d68-b011-18c0f20b3743" providerId="ADAL" clId="{A6A2CB1A-029F-4BB2-8E68-B062D13FD1D3}" dt="2026-03-12T08:10:40.506" v="307" actId="20577"/>
          <ac:spMkLst>
            <pc:docMk/>
            <pc:sldMk cId="3070302601" sldId="259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0:53.013" v="322" actId="20577"/>
        <pc:sldMkLst>
          <pc:docMk/>
          <pc:sldMk cId="2473392811" sldId="260"/>
        </pc:sldMkLst>
        <pc:spChg chg="mod">
          <ac:chgData name="Jens-Jakob Kjer Møller" userId="ecba9b24-e9b5-4d68-b011-18c0f20b3743" providerId="ADAL" clId="{A6A2CB1A-029F-4BB2-8E68-B062D13FD1D3}" dt="2026-03-12T08:10:53.013" v="322" actId="20577"/>
          <ac:spMkLst>
            <pc:docMk/>
            <pc:sldMk cId="2473392811" sldId="260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6:03.702" v="418" actId="20577"/>
        <pc:sldMkLst>
          <pc:docMk/>
          <pc:sldMk cId="1948739778" sldId="261"/>
        </pc:sldMkLst>
        <pc:spChg chg="mod">
          <ac:chgData name="Jens-Jakob Kjer Møller" userId="ecba9b24-e9b5-4d68-b011-18c0f20b3743" providerId="ADAL" clId="{A6A2CB1A-029F-4BB2-8E68-B062D13FD1D3}" dt="2026-03-12T08:16:03.702" v="418" actId="20577"/>
          <ac:spMkLst>
            <pc:docMk/>
            <pc:sldMk cId="1948739778" sldId="261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6:20.340" v="434" actId="20577"/>
        <pc:sldMkLst>
          <pc:docMk/>
          <pc:sldMk cId="624999853" sldId="262"/>
        </pc:sldMkLst>
        <pc:spChg chg="mod">
          <ac:chgData name="Jens-Jakob Kjer Møller" userId="ecba9b24-e9b5-4d68-b011-18c0f20b3743" providerId="ADAL" clId="{A6A2CB1A-029F-4BB2-8E68-B062D13FD1D3}" dt="2026-03-12T08:16:20.340" v="434" actId="20577"/>
          <ac:spMkLst>
            <pc:docMk/>
            <pc:sldMk cId="624999853" sldId="262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6:25.211" v="437" actId="20577"/>
        <pc:sldMkLst>
          <pc:docMk/>
          <pc:sldMk cId="3283729759" sldId="263"/>
        </pc:sldMkLst>
        <pc:spChg chg="mod">
          <ac:chgData name="Jens-Jakob Kjer Møller" userId="ecba9b24-e9b5-4d68-b011-18c0f20b3743" providerId="ADAL" clId="{A6A2CB1A-029F-4BB2-8E68-B062D13FD1D3}" dt="2026-03-12T08:16:25.211" v="437" actId="20577"/>
          <ac:spMkLst>
            <pc:docMk/>
            <pc:sldMk cId="3283729759" sldId="263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6:40.410" v="440" actId="20577"/>
        <pc:sldMkLst>
          <pc:docMk/>
          <pc:sldMk cId="1077406090" sldId="264"/>
        </pc:sldMkLst>
        <pc:spChg chg="mod">
          <ac:chgData name="Jens-Jakob Kjer Møller" userId="ecba9b24-e9b5-4d68-b011-18c0f20b3743" providerId="ADAL" clId="{A6A2CB1A-029F-4BB2-8E68-B062D13FD1D3}" dt="2026-03-12T08:16:40.410" v="440" actId="20577"/>
          <ac:spMkLst>
            <pc:docMk/>
            <pc:sldMk cId="1077406090" sldId="264"/>
            <ac:spMk id="2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0:32.251" v="303"/>
        <pc:sldMkLst>
          <pc:docMk/>
          <pc:sldMk cId="3595596177" sldId="265"/>
        </pc:sldMkLst>
        <pc:spChg chg="mod">
          <ac:chgData name="Jens-Jakob Kjer Møller" userId="ecba9b24-e9b5-4d68-b011-18c0f20b3743" providerId="ADAL" clId="{A6A2CB1A-029F-4BB2-8E68-B062D13FD1D3}" dt="2026-03-12T08:10:32.177" v="297" actId="12612"/>
          <ac:spMkLst>
            <pc:docMk/>
            <pc:sldMk cId="3595596177" sldId="265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0:32.251" v="303"/>
          <ac:spMkLst>
            <pc:docMk/>
            <pc:sldMk cId="3595596177" sldId="265"/>
            <ac:spMk id="3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0:50.204" v="320"/>
        <pc:sldMkLst>
          <pc:docMk/>
          <pc:sldMk cId="1343267595" sldId="266"/>
        </pc:sldMkLst>
        <pc:spChg chg="mod">
          <ac:chgData name="Jens-Jakob Kjer Møller" userId="ecba9b24-e9b5-4d68-b011-18c0f20b3743" providerId="ADAL" clId="{A6A2CB1A-029F-4BB2-8E68-B062D13FD1D3}" dt="2026-03-12T08:10:50.155" v="314" actId="12612"/>
          <ac:spMkLst>
            <pc:docMk/>
            <pc:sldMk cId="1343267595" sldId="266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0:50.204" v="320"/>
          <ac:spMkLst>
            <pc:docMk/>
            <pc:sldMk cId="1343267595" sldId="266"/>
            <ac:spMk id="3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6:16.110" v="431"/>
        <pc:sldMkLst>
          <pc:docMk/>
          <pc:sldMk cId="3088731539" sldId="267"/>
        </pc:sldMkLst>
        <pc:spChg chg="mod">
          <ac:chgData name="Jens-Jakob Kjer Møller" userId="ecba9b24-e9b5-4d68-b011-18c0f20b3743" providerId="ADAL" clId="{A6A2CB1A-029F-4BB2-8E68-B062D13FD1D3}" dt="2026-03-12T08:16:16.033" v="425" actId="12612"/>
          <ac:spMkLst>
            <pc:docMk/>
            <pc:sldMk cId="3088731539" sldId="267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6:16.110" v="431"/>
          <ac:spMkLst>
            <pc:docMk/>
            <pc:sldMk cId="3088731539" sldId="267"/>
            <ac:spMk id="3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0:58.342" v="324" actId="20577"/>
        <pc:sldMkLst>
          <pc:docMk/>
          <pc:sldMk cId="3362915698" sldId="268"/>
        </pc:sldMkLst>
        <pc:spChg chg="mod">
          <ac:chgData name="Jens-Jakob Kjer Møller" userId="ecba9b24-e9b5-4d68-b011-18c0f20b3743" providerId="ADAL" clId="{A6A2CB1A-029F-4BB2-8E68-B062D13FD1D3}" dt="2026-03-12T08:10:58.342" v="324" actId="20577"/>
          <ac:spMkLst>
            <pc:docMk/>
            <pc:sldMk cId="3362915698" sldId="268"/>
            <ac:spMk id="2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1:08.568" v="337"/>
        <pc:sldMkLst>
          <pc:docMk/>
          <pc:sldMk cId="3106237862" sldId="269"/>
        </pc:sldMkLst>
        <pc:spChg chg="mod">
          <ac:chgData name="Jens-Jakob Kjer Møller" userId="ecba9b24-e9b5-4d68-b011-18c0f20b3743" providerId="ADAL" clId="{A6A2CB1A-029F-4BB2-8E68-B062D13FD1D3}" dt="2026-03-12T08:11:08.511" v="331" actId="12612"/>
          <ac:spMkLst>
            <pc:docMk/>
            <pc:sldMk cId="3106237862" sldId="269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1:08.568" v="337"/>
          <ac:spMkLst>
            <pc:docMk/>
            <pc:sldMk cId="3106237862" sldId="269"/>
            <ac:spMk id="3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1:14.888" v="341" actId="20577"/>
        <pc:sldMkLst>
          <pc:docMk/>
          <pc:sldMk cId="1926901379" sldId="270"/>
        </pc:sldMkLst>
        <pc:spChg chg="mod">
          <ac:chgData name="Jens-Jakob Kjer Møller" userId="ecba9b24-e9b5-4d68-b011-18c0f20b3743" providerId="ADAL" clId="{A6A2CB1A-029F-4BB2-8E68-B062D13FD1D3}" dt="2026-03-12T08:11:14.888" v="341" actId="20577"/>
          <ac:spMkLst>
            <pc:docMk/>
            <pc:sldMk cId="1926901379" sldId="270"/>
            <ac:spMk id="2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1:24.084" v="354"/>
        <pc:sldMkLst>
          <pc:docMk/>
          <pc:sldMk cId="1288888883" sldId="271"/>
        </pc:sldMkLst>
        <pc:spChg chg="mod">
          <ac:chgData name="Jens-Jakob Kjer Møller" userId="ecba9b24-e9b5-4d68-b011-18c0f20b3743" providerId="ADAL" clId="{A6A2CB1A-029F-4BB2-8E68-B062D13FD1D3}" dt="2026-03-12T08:11:24.025" v="348" actId="12612"/>
          <ac:spMkLst>
            <pc:docMk/>
            <pc:sldMk cId="1288888883" sldId="271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1:24.084" v="354"/>
          <ac:spMkLst>
            <pc:docMk/>
            <pc:sldMk cId="1288888883" sldId="271"/>
            <ac:spMk id="3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1:37.415" v="359" actId="20577"/>
        <pc:sldMkLst>
          <pc:docMk/>
          <pc:sldMk cId="1231540440" sldId="272"/>
        </pc:sldMkLst>
        <pc:spChg chg="mod">
          <ac:chgData name="Jens-Jakob Kjer Møller" userId="ecba9b24-e9b5-4d68-b011-18c0f20b3743" providerId="ADAL" clId="{A6A2CB1A-029F-4BB2-8E68-B062D13FD1D3}" dt="2026-03-12T08:11:37.415" v="359" actId="20577"/>
          <ac:spMkLst>
            <pc:docMk/>
            <pc:sldMk cId="1231540440" sldId="272"/>
            <ac:spMk id="2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1:47.068" v="372"/>
        <pc:sldMkLst>
          <pc:docMk/>
          <pc:sldMk cId="4283687720" sldId="273"/>
        </pc:sldMkLst>
        <pc:spChg chg="mod">
          <ac:chgData name="Jens-Jakob Kjer Møller" userId="ecba9b24-e9b5-4d68-b011-18c0f20b3743" providerId="ADAL" clId="{A6A2CB1A-029F-4BB2-8E68-B062D13FD1D3}" dt="2026-03-12T08:11:47.006" v="366" actId="12612"/>
          <ac:spMkLst>
            <pc:docMk/>
            <pc:sldMk cId="4283687720" sldId="273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1:47.068" v="372"/>
          <ac:spMkLst>
            <pc:docMk/>
            <pc:sldMk cId="4283687720" sldId="273"/>
            <ac:spMk id="3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1:50.661" v="375" actId="20577"/>
        <pc:sldMkLst>
          <pc:docMk/>
          <pc:sldMk cId="576505433" sldId="274"/>
        </pc:sldMkLst>
        <pc:spChg chg="mod">
          <ac:chgData name="Jens-Jakob Kjer Møller" userId="ecba9b24-e9b5-4d68-b011-18c0f20b3743" providerId="ADAL" clId="{A6A2CB1A-029F-4BB2-8E68-B062D13FD1D3}" dt="2026-03-12T08:11:50.661" v="375" actId="20577"/>
          <ac:spMkLst>
            <pc:docMk/>
            <pc:sldMk cId="576505433" sldId="274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1:31.301" v="356" actId="20577"/>
        <pc:sldMkLst>
          <pc:docMk/>
          <pc:sldMk cId="880505510" sldId="275"/>
        </pc:sldMkLst>
        <pc:spChg chg="mod">
          <ac:chgData name="Jens-Jakob Kjer Møller" userId="ecba9b24-e9b5-4d68-b011-18c0f20b3743" providerId="ADAL" clId="{A6A2CB1A-029F-4BB2-8E68-B062D13FD1D3}" dt="2026-03-12T08:11:31.301" v="356" actId="20577"/>
          <ac:spMkLst>
            <pc:docMk/>
            <pc:sldMk cId="880505510" sldId="275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1:54.371" v="378" actId="20577"/>
        <pc:sldMkLst>
          <pc:docMk/>
          <pc:sldMk cId="194153662" sldId="276"/>
        </pc:sldMkLst>
        <pc:spChg chg="mod">
          <ac:chgData name="Jens-Jakob Kjer Møller" userId="ecba9b24-e9b5-4d68-b011-18c0f20b3743" providerId="ADAL" clId="{A6A2CB1A-029F-4BB2-8E68-B062D13FD1D3}" dt="2026-03-12T08:11:54.371" v="378" actId="20577"/>
          <ac:spMkLst>
            <pc:docMk/>
            <pc:sldMk cId="194153662" sldId="276"/>
            <ac:spMk id="2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2:05.088" v="391"/>
        <pc:sldMkLst>
          <pc:docMk/>
          <pc:sldMk cId="1798161152" sldId="277"/>
        </pc:sldMkLst>
        <pc:spChg chg="mod">
          <ac:chgData name="Jens-Jakob Kjer Møller" userId="ecba9b24-e9b5-4d68-b011-18c0f20b3743" providerId="ADAL" clId="{A6A2CB1A-029F-4BB2-8E68-B062D13FD1D3}" dt="2026-03-12T08:12:05.010" v="385" actId="12612"/>
          <ac:spMkLst>
            <pc:docMk/>
            <pc:sldMk cId="1798161152" sldId="277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2:05.088" v="391"/>
          <ac:spMkLst>
            <pc:docMk/>
            <pc:sldMk cId="1798161152" sldId="277"/>
            <ac:spMk id="3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2:08.412" v="394" actId="20577"/>
        <pc:sldMkLst>
          <pc:docMk/>
          <pc:sldMk cId="685057807" sldId="278"/>
        </pc:sldMkLst>
        <pc:spChg chg="mod">
          <ac:chgData name="Jens-Jakob Kjer Møller" userId="ecba9b24-e9b5-4d68-b011-18c0f20b3743" providerId="ADAL" clId="{A6A2CB1A-029F-4BB2-8E68-B062D13FD1D3}" dt="2026-03-12T08:12:08.412" v="394" actId="20577"/>
          <ac:spMkLst>
            <pc:docMk/>
            <pc:sldMk cId="685057807" sldId="278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2:11.965" v="397" actId="20577"/>
        <pc:sldMkLst>
          <pc:docMk/>
          <pc:sldMk cId="635668359" sldId="279"/>
        </pc:sldMkLst>
        <pc:spChg chg="mod">
          <ac:chgData name="Jens-Jakob Kjer Møller" userId="ecba9b24-e9b5-4d68-b011-18c0f20b3743" providerId="ADAL" clId="{A6A2CB1A-029F-4BB2-8E68-B062D13FD1D3}" dt="2026-03-12T08:12:11.965" v="397" actId="20577"/>
          <ac:spMkLst>
            <pc:docMk/>
            <pc:sldMk cId="635668359" sldId="279"/>
            <ac:spMk id="2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2:22.262" v="410"/>
        <pc:sldMkLst>
          <pc:docMk/>
          <pc:sldMk cId="3185045188" sldId="280"/>
        </pc:sldMkLst>
        <pc:spChg chg="mod">
          <ac:chgData name="Jens-Jakob Kjer Møller" userId="ecba9b24-e9b5-4d68-b011-18c0f20b3743" providerId="ADAL" clId="{A6A2CB1A-029F-4BB2-8E68-B062D13FD1D3}" dt="2026-03-12T08:12:22.202" v="404" actId="12612"/>
          <ac:spMkLst>
            <pc:docMk/>
            <pc:sldMk cId="3185045188" sldId="280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2:22.262" v="410"/>
          <ac:spMkLst>
            <pc:docMk/>
            <pc:sldMk cId="3185045188" sldId="280"/>
            <ac:spMk id="3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2:25.810" v="413" actId="20577"/>
        <pc:sldMkLst>
          <pc:docMk/>
          <pc:sldMk cId="3046772684" sldId="281"/>
        </pc:sldMkLst>
        <pc:spChg chg="mod">
          <ac:chgData name="Jens-Jakob Kjer Møller" userId="ecba9b24-e9b5-4d68-b011-18c0f20b3743" providerId="ADAL" clId="{A6A2CB1A-029F-4BB2-8E68-B062D13FD1D3}" dt="2026-03-12T08:12:25.810" v="413" actId="20577"/>
          <ac:spMkLst>
            <pc:docMk/>
            <pc:sldMk cId="3046772684" sldId="281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1:11.548" v="339" actId="20577"/>
        <pc:sldMkLst>
          <pc:docMk/>
          <pc:sldMk cId="361460483" sldId="282"/>
        </pc:sldMkLst>
        <pc:spChg chg="mod">
          <ac:chgData name="Jens-Jakob Kjer Møller" userId="ecba9b24-e9b5-4d68-b011-18c0f20b3743" providerId="ADAL" clId="{A6A2CB1A-029F-4BB2-8E68-B062D13FD1D3}" dt="2026-03-12T08:11:11.548" v="339" actId="20577"/>
          <ac:spMkLst>
            <pc:docMk/>
            <pc:sldMk cId="361460483" sldId="282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6:46.493" v="442" actId="20577"/>
        <pc:sldMkLst>
          <pc:docMk/>
          <pc:sldMk cId="3526255417" sldId="284"/>
        </pc:sldMkLst>
        <pc:spChg chg="mod">
          <ac:chgData name="Jens-Jakob Kjer Møller" userId="ecba9b24-e9b5-4d68-b011-18c0f20b3743" providerId="ADAL" clId="{A6A2CB1A-029F-4BB2-8E68-B062D13FD1D3}" dt="2026-03-12T08:16:46.493" v="442" actId="20577"/>
          <ac:spMkLst>
            <pc:docMk/>
            <pc:sldMk cId="3526255417" sldId="284"/>
            <ac:spMk id="2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6:55.380" v="455"/>
        <pc:sldMkLst>
          <pc:docMk/>
          <pc:sldMk cId="2670523132" sldId="285"/>
        </pc:sldMkLst>
        <pc:spChg chg="mod">
          <ac:chgData name="Jens-Jakob Kjer Møller" userId="ecba9b24-e9b5-4d68-b011-18c0f20b3743" providerId="ADAL" clId="{A6A2CB1A-029F-4BB2-8E68-B062D13FD1D3}" dt="2026-03-12T08:16:55.334" v="449" actId="12612"/>
          <ac:spMkLst>
            <pc:docMk/>
            <pc:sldMk cId="2670523132" sldId="285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6:55.380" v="455"/>
          <ac:spMkLst>
            <pc:docMk/>
            <pc:sldMk cId="2670523132" sldId="285"/>
            <ac:spMk id="3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08:16:58.288" v="457" actId="20577"/>
        <pc:sldMkLst>
          <pc:docMk/>
          <pc:sldMk cId="1192877764" sldId="286"/>
        </pc:sldMkLst>
        <pc:spChg chg="mod">
          <ac:chgData name="Jens-Jakob Kjer Møller" userId="ecba9b24-e9b5-4d68-b011-18c0f20b3743" providerId="ADAL" clId="{A6A2CB1A-029F-4BB2-8E68-B062D13FD1D3}" dt="2026-03-12T08:16:58.288" v="457" actId="20577"/>
          <ac:spMkLst>
            <pc:docMk/>
            <pc:sldMk cId="1192877764" sldId="286"/>
            <ac:spMk id="2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10:13:51.454" v="715" actId="20577"/>
        <pc:sldMkLst>
          <pc:docMk/>
          <pc:sldMk cId="956740583" sldId="287"/>
        </pc:sldMkLst>
        <pc:spChg chg="mod">
          <ac:chgData name="Jens-Jakob Kjer Møller" userId="ecba9b24-e9b5-4d68-b011-18c0f20b3743" providerId="ADAL" clId="{A6A2CB1A-029F-4BB2-8E68-B062D13FD1D3}" dt="2026-03-12T08:17:01.278" v="459" actId="20577"/>
          <ac:spMkLst>
            <pc:docMk/>
            <pc:sldMk cId="956740583" sldId="287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10:13:51.454" v="715" actId="20577"/>
          <ac:spMkLst>
            <pc:docMk/>
            <pc:sldMk cId="956740583" sldId="287"/>
            <ac:spMk id="6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12T10:14:12.956" v="721" actId="20577"/>
        <pc:sldMkLst>
          <pc:docMk/>
          <pc:sldMk cId="1018315492" sldId="288"/>
        </pc:sldMkLst>
        <pc:spChg chg="mod">
          <ac:chgData name="Jens-Jakob Kjer Møller" userId="ecba9b24-e9b5-4d68-b011-18c0f20b3743" providerId="ADAL" clId="{A6A2CB1A-029F-4BB2-8E68-B062D13FD1D3}" dt="2026-03-12T08:17:12.993" v="474" actId="20577"/>
          <ac:spMkLst>
            <pc:docMk/>
            <pc:sldMk cId="1018315492" sldId="288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10:14:12.956" v="721" actId="20577"/>
          <ac:spMkLst>
            <pc:docMk/>
            <pc:sldMk cId="1018315492" sldId="288"/>
            <ac:spMk id="6" creationId="{00000000-0000-0000-0000-000000000000}"/>
          </ac:spMkLst>
        </pc:spChg>
      </pc:sldChg>
      <pc:sldChg chg="modSp mod modAnim">
        <pc:chgData name="Jens-Jakob Kjer Møller" userId="ecba9b24-e9b5-4d68-b011-18c0f20b3743" providerId="ADAL" clId="{A6A2CB1A-029F-4BB2-8E68-B062D13FD1D3}" dt="2026-03-12T08:17:10.129" v="472"/>
        <pc:sldMkLst>
          <pc:docMk/>
          <pc:sldMk cId="2678921640" sldId="289"/>
        </pc:sldMkLst>
        <pc:spChg chg="mod">
          <ac:chgData name="Jens-Jakob Kjer Møller" userId="ecba9b24-e9b5-4d68-b011-18c0f20b3743" providerId="ADAL" clId="{A6A2CB1A-029F-4BB2-8E68-B062D13FD1D3}" dt="2026-03-12T08:17:10.086" v="466" actId="12612"/>
          <ac:spMkLst>
            <pc:docMk/>
            <pc:sldMk cId="2678921640" sldId="289"/>
            <ac:spMk id="2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12T08:17:10.129" v="472"/>
          <ac:spMkLst>
            <pc:docMk/>
            <pc:sldMk cId="2678921640" sldId="289"/>
            <ac:spMk id="3" creationId="{00000000-0000-0000-0000-000000000000}"/>
          </ac:spMkLst>
        </pc:spChg>
      </pc:sldChg>
      <pc:sldChg chg="addSp modSp add mod setBg modAnim">
        <pc:chgData name="Jens-Jakob Kjer Møller" userId="ecba9b24-e9b5-4d68-b011-18c0f20b3743" providerId="ADAL" clId="{A6A2CB1A-029F-4BB2-8E68-B062D13FD1D3}" dt="2026-03-12T09:13:32.026" v="699"/>
        <pc:sldMkLst>
          <pc:docMk/>
          <pc:sldMk cId="2427619592" sldId="290"/>
        </pc:sldMkLst>
        <pc:spChg chg="add mod">
          <ac:chgData name="Jens-Jakob Kjer Møller" userId="ecba9b24-e9b5-4d68-b011-18c0f20b3743" providerId="ADAL" clId="{A6A2CB1A-029F-4BB2-8E68-B062D13FD1D3}" dt="2026-03-12T09:13:31.974" v="693" actId="12612"/>
          <ac:spMkLst>
            <pc:docMk/>
            <pc:sldMk cId="2427619592" sldId="290"/>
            <ac:spMk id="2" creationId="{0DFB1C29-033D-9064-2FCF-7367AE7650F2}"/>
          </ac:spMkLst>
        </pc:spChg>
        <pc:spChg chg="add mod">
          <ac:chgData name="Jens-Jakob Kjer Møller" userId="ecba9b24-e9b5-4d68-b011-18c0f20b3743" providerId="ADAL" clId="{A6A2CB1A-029F-4BB2-8E68-B062D13FD1D3}" dt="2026-03-12T09:13:32.026" v="699"/>
          <ac:spMkLst>
            <pc:docMk/>
            <pc:sldMk cId="2427619592" sldId="290"/>
            <ac:spMk id="3" creationId="{6E03050B-A2DC-D839-162A-E3EC3D28C596}"/>
          </ac:spMkLst>
        </pc:spChg>
        <pc:spChg chg="add mod">
          <ac:chgData name="Jens-Jakob Kjer Møller" userId="ecba9b24-e9b5-4d68-b011-18c0f20b3743" providerId="ADAL" clId="{A6A2CB1A-029F-4BB2-8E68-B062D13FD1D3}" dt="2026-03-12T08:03:40.879" v="70" actId="27636"/>
          <ac:spMkLst>
            <pc:docMk/>
            <pc:sldMk cId="2427619592" sldId="290"/>
            <ac:spMk id="4" creationId="{50A97BCA-4FA4-FF58-C8AA-BD3144DE057A}"/>
          </ac:spMkLst>
        </pc:spChg>
        <pc:spChg chg="add mod">
          <ac:chgData name="Jens-Jakob Kjer Møller" userId="ecba9b24-e9b5-4d68-b011-18c0f20b3743" providerId="ADAL" clId="{A6A2CB1A-029F-4BB2-8E68-B062D13FD1D3}" dt="2026-03-12T08:03:40.889" v="71" actId="27636"/>
          <ac:spMkLst>
            <pc:docMk/>
            <pc:sldMk cId="2427619592" sldId="290"/>
            <ac:spMk id="7" creationId="{F86A0192-5019-AA04-D5DC-1E43AD2B0AED}"/>
          </ac:spMkLst>
        </pc:spChg>
        <pc:picChg chg="add mod">
          <ac:chgData name="Jens-Jakob Kjer Møller" userId="ecba9b24-e9b5-4d68-b011-18c0f20b3743" providerId="ADAL" clId="{A6A2CB1A-029F-4BB2-8E68-B062D13FD1D3}" dt="2026-03-12T08:03:40.721" v="49"/>
          <ac:picMkLst>
            <pc:docMk/>
            <pc:sldMk cId="2427619592" sldId="290"/>
            <ac:picMk id="6" creationId="{3B61ECFD-067E-E914-1EEC-917AA6AA83B3}"/>
          </ac:picMkLst>
        </pc:picChg>
        <pc:picChg chg="add mod">
          <ac:chgData name="Jens-Jakob Kjer Møller" userId="ecba9b24-e9b5-4d68-b011-18c0f20b3743" providerId="ADAL" clId="{A6A2CB1A-029F-4BB2-8E68-B062D13FD1D3}" dt="2026-03-12T08:03:40.766" v="67"/>
          <ac:picMkLst>
            <pc:docMk/>
            <pc:sldMk cId="2427619592" sldId="290"/>
            <ac:picMk id="9" creationId="{8FF7BC1F-BB40-A951-9750-AF2F7E7235C1}"/>
          </ac:picMkLst>
        </pc:picChg>
      </pc:sldChg>
      <pc:sldChg chg="addSp modSp add mod ord setBg modAnim">
        <pc:chgData name="Jens-Jakob Kjer Møller" userId="ecba9b24-e9b5-4d68-b011-18c0f20b3743" providerId="ADAL" clId="{A6A2CB1A-029F-4BB2-8E68-B062D13FD1D3}" dt="2026-03-12T08:05:07.872" v="125"/>
        <pc:sldMkLst>
          <pc:docMk/>
          <pc:sldMk cId="1520363509" sldId="291"/>
        </pc:sldMkLst>
        <pc:spChg chg="add mod">
          <ac:chgData name="Jens-Jakob Kjer Møller" userId="ecba9b24-e9b5-4d68-b011-18c0f20b3743" providerId="ADAL" clId="{A6A2CB1A-029F-4BB2-8E68-B062D13FD1D3}" dt="2026-03-12T08:05:05.690" v="78" actId="208"/>
          <ac:spMkLst>
            <pc:docMk/>
            <pc:sldMk cId="1520363509" sldId="291"/>
            <ac:spMk id="2" creationId="{8FC6A974-C310-1113-467F-8A1F3B1AACD7}"/>
          </ac:spMkLst>
        </pc:spChg>
        <pc:spChg chg="add mod">
          <ac:chgData name="Jens-Jakob Kjer Møller" userId="ecba9b24-e9b5-4d68-b011-18c0f20b3743" providerId="ADAL" clId="{A6A2CB1A-029F-4BB2-8E68-B062D13FD1D3}" dt="2026-03-12T08:05:05.703" v="86"/>
          <ac:spMkLst>
            <pc:docMk/>
            <pc:sldMk cId="1520363509" sldId="291"/>
            <ac:spMk id="3" creationId="{14D29ED2-3053-BE3F-11D6-65E84CBE2F82}"/>
          </ac:spMkLst>
        </pc:spChg>
        <pc:spChg chg="add mod">
          <ac:chgData name="Jens-Jakob Kjer Møller" userId="ecba9b24-e9b5-4d68-b011-18c0f20b3743" providerId="ADAL" clId="{A6A2CB1A-029F-4BB2-8E68-B062D13FD1D3}" dt="2026-03-12T08:05:05.871" v="122" actId="27636"/>
          <ac:spMkLst>
            <pc:docMk/>
            <pc:sldMk cId="1520363509" sldId="291"/>
            <ac:spMk id="4" creationId="{1D4F27D2-75FD-2E10-8AD4-3FB35965ACC8}"/>
          </ac:spMkLst>
        </pc:spChg>
        <pc:spChg chg="add mod">
          <ac:chgData name="Jens-Jakob Kjer Møller" userId="ecba9b24-e9b5-4d68-b011-18c0f20b3743" providerId="ADAL" clId="{A6A2CB1A-029F-4BB2-8E68-B062D13FD1D3}" dt="2026-03-12T08:05:05.877" v="123" actId="27636"/>
          <ac:spMkLst>
            <pc:docMk/>
            <pc:sldMk cId="1520363509" sldId="291"/>
            <ac:spMk id="7" creationId="{98437ECB-15D8-8F52-9611-A52E906E05E8}"/>
          </ac:spMkLst>
        </pc:spChg>
        <pc:picChg chg="add mod">
          <ac:chgData name="Jens-Jakob Kjer Møller" userId="ecba9b24-e9b5-4d68-b011-18c0f20b3743" providerId="ADAL" clId="{A6A2CB1A-029F-4BB2-8E68-B062D13FD1D3}" dt="2026-03-12T08:05:05.739" v="101"/>
          <ac:picMkLst>
            <pc:docMk/>
            <pc:sldMk cId="1520363509" sldId="291"/>
            <ac:picMk id="6" creationId="{FCD6C875-7053-9AF9-EAF1-F9C7D81DAFB0}"/>
          </ac:picMkLst>
        </pc:picChg>
        <pc:picChg chg="add mod">
          <ac:chgData name="Jens-Jakob Kjer Møller" userId="ecba9b24-e9b5-4d68-b011-18c0f20b3743" providerId="ADAL" clId="{A6A2CB1A-029F-4BB2-8E68-B062D13FD1D3}" dt="2026-03-12T08:05:05.775" v="119"/>
          <ac:picMkLst>
            <pc:docMk/>
            <pc:sldMk cId="1520363509" sldId="291"/>
            <ac:picMk id="9" creationId="{0FEE8657-5BFF-EB17-1DBF-A385392A5E88}"/>
          </ac:picMkLst>
        </pc:picChg>
      </pc:sldChg>
      <pc:sldChg chg="addSp modSp add mod ord setBg modAnim">
        <pc:chgData name="Jens-Jakob Kjer Møller" userId="ecba9b24-e9b5-4d68-b011-18c0f20b3743" providerId="ADAL" clId="{A6A2CB1A-029F-4BB2-8E68-B062D13FD1D3}" dt="2026-03-12T08:08:58.500" v="287"/>
        <pc:sldMkLst>
          <pc:docMk/>
          <pc:sldMk cId="2656668042" sldId="292"/>
        </pc:sldMkLst>
        <pc:spChg chg="add mod">
          <ac:chgData name="Jens-Jakob Kjer Møller" userId="ecba9b24-e9b5-4d68-b011-18c0f20b3743" providerId="ADAL" clId="{A6A2CB1A-029F-4BB2-8E68-B062D13FD1D3}" dt="2026-03-12T08:06:07.493" v="132" actId="208"/>
          <ac:spMkLst>
            <pc:docMk/>
            <pc:sldMk cId="2656668042" sldId="292"/>
            <ac:spMk id="2" creationId="{2A1A9A70-9F67-C0E5-67E1-18348A92F947}"/>
          </ac:spMkLst>
        </pc:spChg>
        <pc:spChg chg="add mod">
          <ac:chgData name="Jens-Jakob Kjer Møller" userId="ecba9b24-e9b5-4d68-b011-18c0f20b3743" providerId="ADAL" clId="{A6A2CB1A-029F-4BB2-8E68-B062D13FD1D3}" dt="2026-03-12T08:06:07.501" v="140"/>
          <ac:spMkLst>
            <pc:docMk/>
            <pc:sldMk cId="2656668042" sldId="292"/>
            <ac:spMk id="3" creationId="{65786B54-E479-5687-DEB8-124EEF54CCA9}"/>
          </ac:spMkLst>
        </pc:spChg>
        <pc:spChg chg="add mod">
          <ac:chgData name="Jens-Jakob Kjer Møller" userId="ecba9b24-e9b5-4d68-b011-18c0f20b3743" providerId="ADAL" clId="{A6A2CB1A-029F-4BB2-8E68-B062D13FD1D3}" dt="2026-03-12T08:06:07.660" v="176" actId="27636"/>
          <ac:spMkLst>
            <pc:docMk/>
            <pc:sldMk cId="2656668042" sldId="292"/>
            <ac:spMk id="4" creationId="{9A0BC5F5-6E08-FE60-B152-944B036C9DB0}"/>
          </ac:spMkLst>
        </pc:spChg>
        <pc:spChg chg="add mod">
          <ac:chgData name="Jens-Jakob Kjer Møller" userId="ecba9b24-e9b5-4d68-b011-18c0f20b3743" providerId="ADAL" clId="{A6A2CB1A-029F-4BB2-8E68-B062D13FD1D3}" dt="2026-03-12T08:06:07.665" v="177" actId="27636"/>
          <ac:spMkLst>
            <pc:docMk/>
            <pc:sldMk cId="2656668042" sldId="292"/>
            <ac:spMk id="7" creationId="{EA90A00C-B5F3-B22A-2088-4B427B5F58C0}"/>
          </ac:spMkLst>
        </pc:spChg>
        <pc:picChg chg="add mod">
          <ac:chgData name="Jens-Jakob Kjer Møller" userId="ecba9b24-e9b5-4d68-b011-18c0f20b3743" providerId="ADAL" clId="{A6A2CB1A-029F-4BB2-8E68-B062D13FD1D3}" dt="2026-03-12T08:06:07.535" v="155"/>
          <ac:picMkLst>
            <pc:docMk/>
            <pc:sldMk cId="2656668042" sldId="292"/>
            <ac:picMk id="6" creationId="{02D87A95-E20F-6B0C-7E54-E1AE7C4D2FA5}"/>
          </ac:picMkLst>
        </pc:picChg>
        <pc:picChg chg="add mod">
          <ac:chgData name="Jens-Jakob Kjer Møller" userId="ecba9b24-e9b5-4d68-b011-18c0f20b3743" providerId="ADAL" clId="{A6A2CB1A-029F-4BB2-8E68-B062D13FD1D3}" dt="2026-03-12T08:06:07.571" v="173"/>
          <ac:picMkLst>
            <pc:docMk/>
            <pc:sldMk cId="2656668042" sldId="292"/>
            <ac:picMk id="9" creationId="{3135C92D-8B06-D9B5-BB0E-19F89F324A1F}"/>
          </ac:picMkLst>
        </pc:picChg>
      </pc:sldChg>
      <pc:sldChg chg="addSp modSp add mod ord setBg modAnim">
        <pc:chgData name="Jens-Jakob Kjer Møller" userId="ecba9b24-e9b5-4d68-b011-18c0f20b3743" providerId="ADAL" clId="{A6A2CB1A-029F-4BB2-8E68-B062D13FD1D3}" dt="2026-03-12T08:08:55.634" v="285"/>
        <pc:sldMkLst>
          <pc:docMk/>
          <pc:sldMk cId="494606987" sldId="293"/>
        </pc:sldMkLst>
        <pc:spChg chg="add mod">
          <ac:chgData name="Jens-Jakob Kjer Møller" userId="ecba9b24-e9b5-4d68-b011-18c0f20b3743" providerId="ADAL" clId="{A6A2CB1A-029F-4BB2-8E68-B062D13FD1D3}" dt="2026-03-12T08:07:01.460" v="184" actId="208"/>
          <ac:spMkLst>
            <pc:docMk/>
            <pc:sldMk cId="494606987" sldId="293"/>
            <ac:spMk id="2" creationId="{D355F8D9-A901-0899-B332-C1CA9FF66034}"/>
          </ac:spMkLst>
        </pc:spChg>
        <pc:spChg chg="add mod">
          <ac:chgData name="Jens-Jakob Kjer Møller" userId="ecba9b24-e9b5-4d68-b011-18c0f20b3743" providerId="ADAL" clId="{A6A2CB1A-029F-4BB2-8E68-B062D13FD1D3}" dt="2026-03-12T08:07:01.467" v="192"/>
          <ac:spMkLst>
            <pc:docMk/>
            <pc:sldMk cId="494606987" sldId="293"/>
            <ac:spMk id="3" creationId="{93D14A8B-DD5E-69AF-1618-B885F860567D}"/>
          </ac:spMkLst>
        </pc:spChg>
        <pc:spChg chg="add mod">
          <ac:chgData name="Jens-Jakob Kjer Møller" userId="ecba9b24-e9b5-4d68-b011-18c0f20b3743" providerId="ADAL" clId="{A6A2CB1A-029F-4BB2-8E68-B062D13FD1D3}" dt="2026-03-12T08:07:01.574" v="229" actId="27636"/>
          <ac:spMkLst>
            <pc:docMk/>
            <pc:sldMk cId="494606987" sldId="293"/>
            <ac:spMk id="4" creationId="{CEB3C63E-95A5-A7D7-599F-9106826CC05A}"/>
          </ac:spMkLst>
        </pc:spChg>
        <pc:spChg chg="add mod">
          <ac:chgData name="Jens-Jakob Kjer Møller" userId="ecba9b24-e9b5-4d68-b011-18c0f20b3743" providerId="ADAL" clId="{A6A2CB1A-029F-4BB2-8E68-B062D13FD1D3}" dt="2026-03-12T08:07:01.571" v="228" actId="27636"/>
          <ac:spMkLst>
            <pc:docMk/>
            <pc:sldMk cId="494606987" sldId="293"/>
            <ac:spMk id="7" creationId="{E03E336E-B5DF-7664-7535-15E1A62D0993}"/>
          </ac:spMkLst>
        </pc:spChg>
        <pc:picChg chg="add mod">
          <ac:chgData name="Jens-Jakob Kjer Møller" userId="ecba9b24-e9b5-4d68-b011-18c0f20b3743" providerId="ADAL" clId="{A6A2CB1A-029F-4BB2-8E68-B062D13FD1D3}" dt="2026-03-12T08:07:01.491" v="207"/>
          <ac:picMkLst>
            <pc:docMk/>
            <pc:sldMk cId="494606987" sldId="293"/>
            <ac:picMk id="6" creationId="{29848616-55D5-E845-AF50-9F13243DE6C1}"/>
          </ac:picMkLst>
        </pc:picChg>
        <pc:picChg chg="add mod">
          <ac:chgData name="Jens-Jakob Kjer Møller" userId="ecba9b24-e9b5-4d68-b011-18c0f20b3743" providerId="ADAL" clId="{A6A2CB1A-029F-4BB2-8E68-B062D13FD1D3}" dt="2026-03-12T08:07:01.513" v="225"/>
          <ac:picMkLst>
            <pc:docMk/>
            <pc:sldMk cId="494606987" sldId="293"/>
            <ac:picMk id="9" creationId="{FFA513A1-87B6-9888-43FE-26000B0D1E54}"/>
          </ac:picMkLst>
        </pc:picChg>
      </pc:sldChg>
      <pc:sldChg chg="addSp modSp add mod ord setBg modAnim">
        <pc:chgData name="Jens-Jakob Kjer Møller" userId="ecba9b24-e9b5-4d68-b011-18c0f20b3743" providerId="ADAL" clId="{A6A2CB1A-029F-4BB2-8E68-B062D13FD1D3}" dt="2026-03-12T08:08:53.792" v="283"/>
        <pc:sldMkLst>
          <pc:docMk/>
          <pc:sldMk cId="1302164641" sldId="294"/>
        </pc:sldMkLst>
        <pc:spChg chg="add mod">
          <ac:chgData name="Jens-Jakob Kjer Møller" userId="ecba9b24-e9b5-4d68-b011-18c0f20b3743" providerId="ADAL" clId="{A6A2CB1A-029F-4BB2-8E68-B062D13FD1D3}" dt="2026-03-12T08:08:50.089" v="236" actId="208"/>
          <ac:spMkLst>
            <pc:docMk/>
            <pc:sldMk cId="1302164641" sldId="294"/>
            <ac:spMk id="2" creationId="{08DE97B8-14B9-6C74-272A-ABDA6EE93DA2}"/>
          </ac:spMkLst>
        </pc:spChg>
        <pc:spChg chg="add mod">
          <ac:chgData name="Jens-Jakob Kjer Møller" userId="ecba9b24-e9b5-4d68-b011-18c0f20b3743" providerId="ADAL" clId="{A6A2CB1A-029F-4BB2-8E68-B062D13FD1D3}" dt="2026-03-12T08:08:50.101" v="244"/>
          <ac:spMkLst>
            <pc:docMk/>
            <pc:sldMk cId="1302164641" sldId="294"/>
            <ac:spMk id="3" creationId="{1D2A8AE4-4A0F-5FCB-95A3-286586CDAC41}"/>
          </ac:spMkLst>
        </pc:spChg>
        <pc:spChg chg="add mod">
          <ac:chgData name="Jens-Jakob Kjer Møller" userId="ecba9b24-e9b5-4d68-b011-18c0f20b3743" providerId="ADAL" clId="{A6A2CB1A-029F-4BB2-8E68-B062D13FD1D3}" dt="2026-03-12T08:08:50.285" v="281" actId="27636"/>
          <ac:spMkLst>
            <pc:docMk/>
            <pc:sldMk cId="1302164641" sldId="294"/>
            <ac:spMk id="4" creationId="{A21E87FB-D85C-4FB2-34B4-D0A6FFED2CA0}"/>
          </ac:spMkLst>
        </pc:spChg>
        <pc:spChg chg="add mod">
          <ac:chgData name="Jens-Jakob Kjer Møller" userId="ecba9b24-e9b5-4d68-b011-18c0f20b3743" providerId="ADAL" clId="{A6A2CB1A-029F-4BB2-8E68-B062D13FD1D3}" dt="2026-03-12T08:08:50.278" v="280" actId="27636"/>
          <ac:spMkLst>
            <pc:docMk/>
            <pc:sldMk cId="1302164641" sldId="294"/>
            <ac:spMk id="7" creationId="{89C0EF76-9C13-E203-6813-E0A234F305E2}"/>
          </ac:spMkLst>
        </pc:spChg>
        <pc:picChg chg="add mod">
          <ac:chgData name="Jens-Jakob Kjer Møller" userId="ecba9b24-e9b5-4d68-b011-18c0f20b3743" providerId="ADAL" clId="{A6A2CB1A-029F-4BB2-8E68-B062D13FD1D3}" dt="2026-03-12T08:08:50.138" v="259"/>
          <ac:picMkLst>
            <pc:docMk/>
            <pc:sldMk cId="1302164641" sldId="294"/>
            <ac:picMk id="6" creationId="{DFACA0BB-47F2-AE70-FC80-40EA77CEF6AC}"/>
          </ac:picMkLst>
        </pc:picChg>
        <pc:picChg chg="add mod">
          <ac:chgData name="Jens-Jakob Kjer Møller" userId="ecba9b24-e9b5-4d68-b011-18c0f20b3743" providerId="ADAL" clId="{A6A2CB1A-029F-4BB2-8E68-B062D13FD1D3}" dt="2026-03-12T08:08:50.177" v="277"/>
          <ac:picMkLst>
            <pc:docMk/>
            <pc:sldMk cId="1302164641" sldId="294"/>
            <ac:picMk id="9" creationId="{64EE6A53-2D19-8B4B-5164-235F8C234453}"/>
          </ac:picMkLst>
        </pc:picChg>
      </pc:sldChg>
      <pc:sldChg chg="addSp modSp add mod setBg modAnim">
        <pc:chgData name="Jens-Jakob Kjer Møller" userId="ecba9b24-e9b5-4d68-b011-18c0f20b3743" providerId="ADAL" clId="{A6A2CB1A-029F-4BB2-8E68-B062D13FD1D3}" dt="2026-03-12T08:17:56.188" v="526" actId="27636"/>
        <pc:sldMkLst>
          <pc:docMk/>
          <pc:sldMk cId="1920638785" sldId="295"/>
        </pc:sldMkLst>
        <pc:spChg chg="add mod">
          <ac:chgData name="Jens-Jakob Kjer Møller" userId="ecba9b24-e9b5-4d68-b011-18c0f20b3743" providerId="ADAL" clId="{A6A2CB1A-029F-4BB2-8E68-B062D13FD1D3}" dt="2026-03-12T08:17:55.997" v="481" actId="208"/>
          <ac:spMkLst>
            <pc:docMk/>
            <pc:sldMk cId="1920638785" sldId="295"/>
            <ac:spMk id="2" creationId="{E564E749-4CBD-4256-6318-B210D7632BF2}"/>
          </ac:spMkLst>
        </pc:spChg>
        <pc:spChg chg="add mod">
          <ac:chgData name="Jens-Jakob Kjer Møller" userId="ecba9b24-e9b5-4d68-b011-18c0f20b3743" providerId="ADAL" clId="{A6A2CB1A-029F-4BB2-8E68-B062D13FD1D3}" dt="2026-03-12T08:17:56.008" v="489"/>
          <ac:spMkLst>
            <pc:docMk/>
            <pc:sldMk cId="1920638785" sldId="295"/>
            <ac:spMk id="3" creationId="{265D51BA-FF09-ECDD-9038-CDAAE8B66AF1}"/>
          </ac:spMkLst>
        </pc:spChg>
        <pc:spChg chg="add mod">
          <ac:chgData name="Jens-Jakob Kjer Møller" userId="ecba9b24-e9b5-4d68-b011-18c0f20b3743" providerId="ADAL" clId="{A6A2CB1A-029F-4BB2-8E68-B062D13FD1D3}" dt="2026-03-12T08:17:56.182" v="525" actId="27636"/>
          <ac:spMkLst>
            <pc:docMk/>
            <pc:sldMk cId="1920638785" sldId="295"/>
            <ac:spMk id="4" creationId="{FAA2C673-D689-2E15-34CB-B1F93485423C}"/>
          </ac:spMkLst>
        </pc:spChg>
        <pc:spChg chg="add mod">
          <ac:chgData name="Jens-Jakob Kjer Møller" userId="ecba9b24-e9b5-4d68-b011-18c0f20b3743" providerId="ADAL" clId="{A6A2CB1A-029F-4BB2-8E68-B062D13FD1D3}" dt="2026-03-12T08:17:56.188" v="526" actId="27636"/>
          <ac:spMkLst>
            <pc:docMk/>
            <pc:sldMk cId="1920638785" sldId="295"/>
            <ac:spMk id="7" creationId="{8F1F60EA-0B12-E7FC-5CB0-744C0933075D}"/>
          </ac:spMkLst>
        </pc:spChg>
        <pc:picChg chg="add mod">
          <ac:chgData name="Jens-Jakob Kjer Møller" userId="ecba9b24-e9b5-4d68-b011-18c0f20b3743" providerId="ADAL" clId="{A6A2CB1A-029F-4BB2-8E68-B062D13FD1D3}" dt="2026-03-12T08:17:56.047" v="504"/>
          <ac:picMkLst>
            <pc:docMk/>
            <pc:sldMk cId="1920638785" sldId="295"/>
            <ac:picMk id="6" creationId="{8CF8CD89-ED8B-A76C-3696-4DDD80B2B9BB}"/>
          </ac:picMkLst>
        </pc:picChg>
        <pc:picChg chg="add mod">
          <ac:chgData name="Jens-Jakob Kjer Møller" userId="ecba9b24-e9b5-4d68-b011-18c0f20b3743" providerId="ADAL" clId="{A6A2CB1A-029F-4BB2-8E68-B062D13FD1D3}" dt="2026-03-12T08:17:56.086" v="522"/>
          <ac:picMkLst>
            <pc:docMk/>
            <pc:sldMk cId="1920638785" sldId="295"/>
            <ac:picMk id="9" creationId="{879EE22C-CFF4-9B20-D100-41264B26C7D0}"/>
          </ac:picMkLst>
        </pc:picChg>
      </pc:sldChg>
      <pc:sldChg chg="addSp modSp add mod ord setBg modAnim">
        <pc:chgData name="Jens-Jakob Kjer Møller" userId="ecba9b24-e9b5-4d68-b011-18c0f20b3743" providerId="ADAL" clId="{A6A2CB1A-029F-4BB2-8E68-B062D13FD1D3}" dt="2026-03-12T08:19:29.141" v="580"/>
        <pc:sldMkLst>
          <pc:docMk/>
          <pc:sldMk cId="4202863842" sldId="296"/>
        </pc:sldMkLst>
        <pc:spChg chg="add mod">
          <ac:chgData name="Jens-Jakob Kjer Møller" userId="ecba9b24-e9b5-4d68-b011-18c0f20b3743" providerId="ADAL" clId="{A6A2CB1A-029F-4BB2-8E68-B062D13FD1D3}" dt="2026-03-12T08:19:27.100" v="533" actId="208"/>
          <ac:spMkLst>
            <pc:docMk/>
            <pc:sldMk cId="4202863842" sldId="296"/>
            <ac:spMk id="2" creationId="{B2B13007-F6A1-F8F5-8FC5-41C3D2275528}"/>
          </ac:spMkLst>
        </pc:spChg>
        <pc:spChg chg="add mod">
          <ac:chgData name="Jens-Jakob Kjer Møller" userId="ecba9b24-e9b5-4d68-b011-18c0f20b3743" providerId="ADAL" clId="{A6A2CB1A-029F-4BB2-8E68-B062D13FD1D3}" dt="2026-03-12T08:19:27.109" v="541"/>
          <ac:spMkLst>
            <pc:docMk/>
            <pc:sldMk cId="4202863842" sldId="296"/>
            <ac:spMk id="3" creationId="{60F20CC2-7CC0-248B-1C64-185340FC6560}"/>
          </ac:spMkLst>
        </pc:spChg>
        <pc:spChg chg="add mod">
          <ac:chgData name="Jens-Jakob Kjer Møller" userId="ecba9b24-e9b5-4d68-b011-18c0f20b3743" providerId="ADAL" clId="{A6A2CB1A-029F-4BB2-8E68-B062D13FD1D3}" dt="2026-03-12T08:19:27.296" v="578" actId="27636"/>
          <ac:spMkLst>
            <pc:docMk/>
            <pc:sldMk cId="4202863842" sldId="296"/>
            <ac:spMk id="4" creationId="{16FA25CB-1563-7437-8DB1-47D8A907AABC}"/>
          </ac:spMkLst>
        </pc:spChg>
        <pc:spChg chg="add mod">
          <ac:chgData name="Jens-Jakob Kjer Møller" userId="ecba9b24-e9b5-4d68-b011-18c0f20b3743" providerId="ADAL" clId="{A6A2CB1A-029F-4BB2-8E68-B062D13FD1D3}" dt="2026-03-12T08:19:27.287" v="577" actId="27636"/>
          <ac:spMkLst>
            <pc:docMk/>
            <pc:sldMk cId="4202863842" sldId="296"/>
            <ac:spMk id="7" creationId="{B2354BAE-02B7-0C6B-1BB0-8630538D6F5F}"/>
          </ac:spMkLst>
        </pc:spChg>
        <pc:picChg chg="add mod">
          <ac:chgData name="Jens-Jakob Kjer Møller" userId="ecba9b24-e9b5-4d68-b011-18c0f20b3743" providerId="ADAL" clId="{A6A2CB1A-029F-4BB2-8E68-B062D13FD1D3}" dt="2026-03-12T08:19:27.147" v="556"/>
          <ac:picMkLst>
            <pc:docMk/>
            <pc:sldMk cId="4202863842" sldId="296"/>
            <ac:picMk id="6" creationId="{3495ADF9-D428-5B2D-C2BE-3C74AAE5FD4E}"/>
          </ac:picMkLst>
        </pc:picChg>
        <pc:picChg chg="add mod">
          <ac:chgData name="Jens-Jakob Kjer Møller" userId="ecba9b24-e9b5-4d68-b011-18c0f20b3743" providerId="ADAL" clId="{A6A2CB1A-029F-4BB2-8E68-B062D13FD1D3}" dt="2026-03-12T08:19:27.182" v="574"/>
          <ac:picMkLst>
            <pc:docMk/>
            <pc:sldMk cId="4202863842" sldId="296"/>
            <ac:picMk id="9" creationId="{5DEDA10D-22B9-1034-A508-9F15746A3074}"/>
          </ac:picMkLst>
        </pc:picChg>
      </pc:sldChg>
      <pc:sldChg chg="addSp modSp add mod ord setBg modAnim">
        <pc:chgData name="Jens-Jakob Kjer Møller" userId="ecba9b24-e9b5-4d68-b011-18c0f20b3743" providerId="ADAL" clId="{A6A2CB1A-029F-4BB2-8E68-B062D13FD1D3}" dt="2026-03-12T08:20:50.907" v="634"/>
        <pc:sldMkLst>
          <pc:docMk/>
          <pc:sldMk cId="797962077" sldId="297"/>
        </pc:sldMkLst>
        <pc:spChg chg="add mod">
          <ac:chgData name="Jens-Jakob Kjer Møller" userId="ecba9b24-e9b5-4d68-b011-18c0f20b3743" providerId="ADAL" clId="{A6A2CB1A-029F-4BB2-8E68-B062D13FD1D3}" dt="2026-03-12T08:20:48.467" v="587" actId="208"/>
          <ac:spMkLst>
            <pc:docMk/>
            <pc:sldMk cId="797962077" sldId="297"/>
            <ac:spMk id="2" creationId="{18ADE02E-62CD-08B5-4C56-7E334BB9DCCE}"/>
          </ac:spMkLst>
        </pc:spChg>
        <pc:spChg chg="add mod">
          <ac:chgData name="Jens-Jakob Kjer Møller" userId="ecba9b24-e9b5-4d68-b011-18c0f20b3743" providerId="ADAL" clId="{A6A2CB1A-029F-4BB2-8E68-B062D13FD1D3}" dt="2026-03-12T08:20:48.478" v="595"/>
          <ac:spMkLst>
            <pc:docMk/>
            <pc:sldMk cId="797962077" sldId="297"/>
            <ac:spMk id="3" creationId="{DC825024-8064-FF13-0878-CC4A06C04C5D}"/>
          </ac:spMkLst>
        </pc:spChg>
        <pc:spChg chg="add mod">
          <ac:chgData name="Jens-Jakob Kjer Møller" userId="ecba9b24-e9b5-4d68-b011-18c0f20b3743" providerId="ADAL" clId="{A6A2CB1A-029F-4BB2-8E68-B062D13FD1D3}" dt="2026-03-12T08:20:48.669" v="632" actId="27636"/>
          <ac:spMkLst>
            <pc:docMk/>
            <pc:sldMk cId="797962077" sldId="297"/>
            <ac:spMk id="4" creationId="{DD39003C-7C20-E833-2DBB-15514D211DFB}"/>
          </ac:spMkLst>
        </pc:spChg>
        <pc:spChg chg="add mod">
          <ac:chgData name="Jens-Jakob Kjer Møller" userId="ecba9b24-e9b5-4d68-b011-18c0f20b3743" providerId="ADAL" clId="{A6A2CB1A-029F-4BB2-8E68-B062D13FD1D3}" dt="2026-03-12T08:20:48.655" v="631" actId="27636"/>
          <ac:spMkLst>
            <pc:docMk/>
            <pc:sldMk cId="797962077" sldId="297"/>
            <ac:spMk id="7" creationId="{652EE481-187A-84A2-F381-415C3CE96155}"/>
          </ac:spMkLst>
        </pc:spChg>
        <pc:picChg chg="add mod">
          <ac:chgData name="Jens-Jakob Kjer Møller" userId="ecba9b24-e9b5-4d68-b011-18c0f20b3743" providerId="ADAL" clId="{A6A2CB1A-029F-4BB2-8E68-B062D13FD1D3}" dt="2026-03-12T08:20:48.514" v="610"/>
          <ac:picMkLst>
            <pc:docMk/>
            <pc:sldMk cId="797962077" sldId="297"/>
            <ac:picMk id="6" creationId="{2A65B825-F0D3-6754-092C-503FAD61AC0E}"/>
          </ac:picMkLst>
        </pc:picChg>
        <pc:picChg chg="add mod">
          <ac:chgData name="Jens-Jakob Kjer Møller" userId="ecba9b24-e9b5-4d68-b011-18c0f20b3743" providerId="ADAL" clId="{A6A2CB1A-029F-4BB2-8E68-B062D13FD1D3}" dt="2026-03-12T08:20:48.548" v="628"/>
          <ac:picMkLst>
            <pc:docMk/>
            <pc:sldMk cId="797962077" sldId="297"/>
            <ac:picMk id="9" creationId="{030AEA34-4AFC-B3BF-06D1-ECB23177BBFE}"/>
          </ac:picMkLst>
        </pc:picChg>
      </pc:sldChg>
      <pc:sldChg chg="addSp modSp add mod setBg modAnim">
        <pc:chgData name="Jens-Jakob Kjer Møller" userId="ecba9b24-e9b5-4d68-b011-18c0f20b3743" providerId="ADAL" clId="{A6A2CB1A-029F-4BB2-8E68-B062D13FD1D3}" dt="2026-03-12T08:22:05.230" v="686" actId="27636"/>
        <pc:sldMkLst>
          <pc:docMk/>
          <pc:sldMk cId="3522210100" sldId="298"/>
        </pc:sldMkLst>
        <pc:spChg chg="add mod">
          <ac:chgData name="Jens-Jakob Kjer Møller" userId="ecba9b24-e9b5-4d68-b011-18c0f20b3743" providerId="ADAL" clId="{A6A2CB1A-029F-4BB2-8E68-B062D13FD1D3}" dt="2026-03-12T08:22:04.973" v="641" actId="208"/>
          <ac:spMkLst>
            <pc:docMk/>
            <pc:sldMk cId="3522210100" sldId="298"/>
            <ac:spMk id="2" creationId="{C968B15A-2EAB-BA14-C6AE-2BBFBE2AB86C}"/>
          </ac:spMkLst>
        </pc:spChg>
        <pc:spChg chg="add mod">
          <ac:chgData name="Jens-Jakob Kjer Møller" userId="ecba9b24-e9b5-4d68-b011-18c0f20b3743" providerId="ADAL" clId="{A6A2CB1A-029F-4BB2-8E68-B062D13FD1D3}" dt="2026-03-12T08:22:04.988" v="649"/>
          <ac:spMkLst>
            <pc:docMk/>
            <pc:sldMk cId="3522210100" sldId="298"/>
            <ac:spMk id="3" creationId="{6D97C2D2-F2FE-132C-6E78-71F1A2832BE5}"/>
          </ac:spMkLst>
        </pc:spChg>
        <pc:spChg chg="add mod">
          <ac:chgData name="Jens-Jakob Kjer Møller" userId="ecba9b24-e9b5-4d68-b011-18c0f20b3743" providerId="ADAL" clId="{A6A2CB1A-029F-4BB2-8E68-B062D13FD1D3}" dt="2026-03-12T08:22:05.222" v="685" actId="27636"/>
          <ac:spMkLst>
            <pc:docMk/>
            <pc:sldMk cId="3522210100" sldId="298"/>
            <ac:spMk id="4" creationId="{7805AB22-F307-4643-CE33-3F66E0B28506}"/>
          </ac:spMkLst>
        </pc:spChg>
        <pc:spChg chg="add mod">
          <ac:chgData name="Jens-Jakob Kjer Møller" userId="ecba9b24-e9b5-4d68-b011-18c0f20b3743" providerId="ADAL" clId="{A6A2CB1A-029F-4BB2-8E68-B062D13FD1D3}" dt="2026-03-12T08:22:05.230" v="686" actId="27636"/>
          <ac:spMkLst>
            <pc:docMk/>
            <pc:sldMk cId="3522210100" sldId="298"/>
            <ac:spMk id="7" creationId="{FE108E8B-65EC-F377-630E-483594041894}"/>
          </ac:spMkLst>
        </pc:spChg>
        <pc:picChg chg="add mod">
          <ac:chgData name="Jens-Jakob Kjer Møller" userId="ecba9b24-e9b5-4d68-b011-18c0f20b3743" providerId="ADAL" clId="{A6A2CB1A-029F-4BB2-8E68-B062D13FD1D3}" dt="2026-03-12T08:22:05.031" v="664"/>
          <ac:picMkLst>
            <pc:docMk/>
            <pc:sldMk cId="3522210100" sldId="298"/>
            <ac:picMk id="6" creationId="{22934A5B-97BC-F01E-2765-D9C27240099D}"/>
          </ac:picMkLst>
        </pc:picChg>
        <pc:picChg chg="add mod">
          <ac:chgData name="Jens-Jakob Kjer Møller" userId="ecba9b24-e9b5-4d68-b011-18c0f20b3743" providerId="ADAL" clId="{A6A2CB1A-029F-4BB2-8E68-B062D13FD1D3}" dt="2026-03-12T08:22:05.082" v="682"/>
          <ac:picMkLst>
            <pc:docMk/>
            <pc:sldMk cId="3522210100" sldId="298"/>
            <ac:picMk id="9" creationId="{303FF8C6-5E47-CFBB-5118-56C2B89702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178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461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580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13927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138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127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117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702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244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443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405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9E7A5-DA38-4AD9-A77A-FFD511998790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385FD-20F6-47CE-82B0-5952A56B04D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708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ens-jakob.kjer.moller@rsyd.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9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2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5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8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1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9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2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5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8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defTabSz="685800">
              <a:defRPr/>
            </a:pPr>
            <a:r>
              <a:rPr lang="da-DK" dirty="0">
                <a:solidFill>
                  <a:sysClr val="windowText" lastClr="000000"/>
                </a:solidFill>
              </a:rPr>
              <a:t>EPI 6 Informationsproblemer QUIZ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lvl="0" defTabSz="685800">
              <a:spcBef>
                <a:spcPts val="750"/>
              </a:spcBef>
              <a:defRPr/>
            </a:pPr>
            <a:r>
              <a:rPr lang="da-DK" dirty="0">
                <a:solidFill>
                  <a:sysClr val="windowText" lastClr="000000"/>
                </a:solidFill>
              </a:rPr>
              <a:t>Jens-Jakob Kjer Møller, epidemiolog</a:t>
            </a:r>
          </a:p>
          <a:p>
            <a:pPr lvl="0" defTabSz="685800">
              <a:spcBef>
                <a:spcPts val="750"/>
              </a:spcBef>
              <a:defRPr/>
            </a:pPr>
            <a:r>
              <a:rPr lang="da-DK" dirty="0">
                <a:solidFill>
                  <a:sysClr val="windowText" lastClr="000000"/>
                </a:solidFill>
              </a:rPr>
              <a:t>OPEN - Open Patient data </a:t>
            </a:r>
            <a:r>
              <a:rPr lang="da-DK" dirty="0" err="1">
                <a:solidFill>
                  <a:sysClr val="windowText" lastClr="000000"/>
                </a:solidFill>
              </a:rPr>
              <a:t>Explorative</a:t>
            </a:r>
            <a:r>
              <a:rPr lang="da-DK" dirty="0">
                <a:solidFill>
                  <a:sysClr val="windowText" lastClr="000000"/>
                </a:solidFill>
              </a:rPr>
              <a:t> Network</a:t>
            </a:r>
          </a:p>
          <a:p>
            <a:pPr lvl="0" defTabSz="685800">
              <a:spcBef>
                <a:spcPts val="750"/>
              </a:spcBef>
              <a:defRPr/>
            </a:pPr>
            <a:r>
              <a:rPr lang="da-DK" dirty="0">
                <a:solidFill>
                  <a:sysClr val="windowText" lastClr="000000"/>
                </a:solidFill>
                <a:hlinkClick r:id="rId2"/>
              </a:rPr>
              <a:t>jens-jakob.kjer.moller@rsyd.dk</a:t>
            </a:r>
            <a:r>
              <a:rPr lang="da-DK" dirty="0">
                <a:solidFill>
                  <a:sysClr val="windowText" lastClr="000000"/>
                </a:solidFill>
              </a:rPr>
              <a:t> </a:t>
            </a:r>
          </a:p>
          <a:p>
            <a:pPr lvl="0" defTabSz="685800">
              <a:spcBef>
                <a:spcPts val="750"/>
              </a:spcBef>
              <a:defRPr/>
            </a:pPr>
            <a:r>
              <a:rPr lang="da-DK" dirty="0">
                <a:solidFill>
                  <a:sysClr val="windowText" lastClr="000000"/>
                </a:solidFill>
              </a:rPr>
              <a:t>12. marts 2026</a:t>
            </a:r>
          </a:p>
        </p:txBody>
      </p:sp>
    </p:spTree>
    <p:extLst>
      <p:ext uri="{BB962C8B-B14F-4D97-AF65-F5344CB8AC3E}">
        <p14:creationId xmlns:p14="http://schemas.microsoft.com/office/powerpoint/2010/main" val="3727257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0DFB1C29-033D-9064-2FCF-7367AE7650F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6E03050B-A2DC-D839-162A-E3EC3D28C59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500" b="1">
                <a:solidFill>
                  <a:srgbClr val="000000"/>
                </a:solidFill>
              </a:rPr>
              <a:t>Quiz 1. Hvad er forskellen mellem tilfældig måleusikkerhed og systematisk målefejl (bias)?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50A97BCA-4FA4-FF58-C8AA-BD3144DE057A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B61ECFD-067E-E914-1EEC-917AA6AA83B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Ligebenet trapez 6">
            <a:extLst>
              <a:ext uri="{FF2B5EF4-FFF2-40B4-BE49-F238E27FC236}">
                <a16:creationId xmlns:a16="http://schemas.microsoft.com/office/drawing/2014/main" id="{F86A0192-5019-AA04-D5DC-1E43AD2B0AED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FF7BC1F-BB40-A951-9750-AF2F7E7235C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761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8FC6A974-C310-1113-467F-8A1F3B1AACD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14D29ED2-3053-BE3F-11D6-65E84CBE2F8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700" b="1">
                <a:solidFill>
                  <a:srgbClr val="000000"/>
                </a:solidFill>
              </a:rPr>
              <a:t>Quiz 2: Hvad sker der typisk med konfidensintervallet, når der er stor måleusikkerhed?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1D4F27D2-75FD-2E10-8AD4-3FB35965ACC8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CD6C875-7053-9AF9-EAF1-F9C7D81DAFB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Ligebenet trapez 6">
            <a:extLst>
              <a:ext uri="{FF2B5EF4-FFF2-40B4-BE49-F238E27FC236}">
                <a16:creationId xmlns:a16="http://schemas.microsoft.com/office/drawing/2014/main" id="{98437ECB-15D8-8F52-9611-A52E906E05E8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FEE8657-5BFF-EB17-1DBF-A385392A5E8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036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2A1A9A70-9F67-C0E5-67E1-18348A92F94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65786B54-E479-5687-DEB8-124EEF54CCA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3: Hvilket begreb beskriver hvor tæt en måling ligger på den sande værdi?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9A0BC5F5-6E08-FE60-B152-944B036C9DB0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2D87A95-E20F-6B0C-7E54-E1AE7C4D2FA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Ligebenet trapez 6">
            <a:extLst>
              <a:ext uri="{FF2B5EF4-FFF2-40B4-BE49-F238E27FC236}">
                <a16:creationId xmlns:a16="http://schemas.microsoft.com/office/drawing/2014/main" id="{EA90A00C-B5F3-B22A-2088-4B427B5F58C0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135C92D-8B06-D9B5-BB0E-19F89F324A1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666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D355F8D9-A901-0899-B332-C1CA9FF6603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3D14A8B-DD5E-69AF-1618-B885F860567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4: Hvilket begreb beskriver hvor ens gentagne målinger er?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CEB3C63E-95A5-A7D7-599F-9106826CC05A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9848616-55D5-E845-AF50-9F13243DE6C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Ligebenet trapez 6">
            <a:extLst>
              <a:ext uri="{FF2B5EF4-FFF2-40B4-BE49-F238E27FC236}">
                <a16:creationId xmlns:a16="http://schemas.microsoft.com/office/drawing/2014/main" id="{E03E336E-B5DF-7664-7535-15E1A62D0993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A513A1-87B6-9888-43FE-26000B0D1E5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460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08DE97B8-14B9-6C74-272A-ABDA6EE93DA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1D2A8AE4-4A0F-5FCB-95A3-286586CDAC4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5: Hvorfor kan blindning dataindsamlere reducere målebias?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21E87FB-D85C-4FB2-34B4-D0A6FFED2CA0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ACA0BB-47F2-AE70-FC80-40EA77CEF6A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Ligebenet trapez 6">
            <a:extLst>
              <a:ext uri="{FF2B5EF4-FFF2-40B4-BE49-F238E27FC236}">
                <a16:creationId xmlns:a16="http://schemas.microsoft.com/office/drawing/2014/main" id="{89C0EF76-9C13-E203-6813-E0A234F305E2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4EE6A53-2D19-8B4B-5164-235F8C234453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216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Quiz 6	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800" dirty="0"/>
              <a:t>En række spædbørn er blevet vejet med en valid vægt (blå kurve). De samme børn er også blevet vejet med en bismervægt (rød kurve) og en ny digital vægt (sort kurve). </a:t>
            </a:r>
          </a:p>
          <a:p>
            <a:r>
              <a:rPr lang="da-DK" sz="1800" dirty="0"/>
              <a:t>Hvilken af bismervægten (rød) og den nye digitale vægt (sort) giver </a:t>
            </a:r>
            <a:r>
              <a:rPr lang="da-DK" sz="1800" dirty="0" err="1"/>
              <a:t>biased</a:t>
            </a:r>
            <a:r>
              <a:rPr lang="da-DK" sz="1800" dirty="0"/>
              <a:t> målinger?</a:t>
            </a:r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93" y="2983781"/>
            <a:ext cx="5514975" cy="319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4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400" b="1">
                <a:solidFill>
                  <a:srgbClr val="000000"/>
                </a:solidFill>
              </a:rPr>
              <a:t>Quiz 6: Hvilken af bismervægten (rød) og den nye digitale vægt (sort) giver biased målinger?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559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Quiz 6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800" dirty="0"/>
              <a:t>Den nye digitale vægt (sort) giver </a:t>
            </a:r>
            <a:r>
              <a:rPr lang="da-DK" sz="1800" dirty="0" err="1"/>
              <a:t>biased</a:t>
            </a:r>
            <a:r>
              <a:rPr lang="da-DK" sz="1800" dirty="0"/>
              <a:t> målinger. Gennemsnittet er forskudt fra den valide kurve (blå). </a:t>
            </a:r>
          </a:p>
          <a:p>
            <a:r>
              <a:rPr lang="da-DK" sz="1800" dirty="0"/>
              <a:t>Bismervægten ser ud til at have en større usikkerhed/spredning, men gennemsnittet ser ud til at stemme overens med den valide kurve.</a:t>
            </a:r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93" y="2983781"/>
            <a:ext cx="5514975" cy="319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7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Quiz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800" dirty="0"/>
              <a:t>De samme 100 personer har fået målt blodtryk med henholdsvis et nyt og et gammel apparat med præcis samme procedurer og lige efter hinanden i tilfældig rækkefølge. </a:t>
            </a:r>
          </a:p>
          <a:p>
            <a:r>
              <a:rPr lang="da-DK" sz="1800" dirty="0"/>
              <a:t>Måler det nye apparat </a:t>
            </a:r>
            <a:r>
              <a:rPr lang="da-DK" sz="1800" dirty="0" err="1"/>
              <a:t>biased</a:t>
            </a:r>
            <a:r>
              <a:rPr lang="da-DK" sz="1800" dirty="0"/>
              <a:t> sammenlignet med det gamle?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2191446" y="3659536"/>
          <a:ext cx="757105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20245">
                  <a:extLst>
                    <a:ext uri="{9D8B030D-6E8A-4147-A177-3AD203B41FA5}">
                      <a16:colId xmlns:a16="http://schemas.microsoft.com/office/drawing/2014/main" val="3862130912"/>
                    </a:ext>
                  </a:extLst>
                </a:gridCol>
                <a:gridCol w="1681962">
                  <a:extLst>
                    <a:ext uri="{9D8B030D-6E8A-4147-A177-3AD203B41FA5}">
                      <a16:colId xmlns:a16="http://schemas.microsoft.com/office/drawing/2014/main" val="1824630362"/>
                    </a:ext>
                  </a:extLst>
                </a:gridCol>
                <a:gridCol w="1868847">
                  <a:extLst>
                    <a:ext uri="{9D8B030D-6E8A-4147-A177-3AD203B41FA5}">
                      <a16:colId xmlns:a16="http://schemas.microsoft.com/office/drawing/2014/main" val="2327480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Nyt apparat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Gammelt apparat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30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 dirty="0"/>
                        <a:t>Antal personer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92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 dirty="0"/>
                        <a:t>Diastolisk</a:t>
                      </a:r>
                      <a:r>
                        <a:rPr lang="da-DK" b="1" baseline="0" dirty="0"/>
                        <a:t> blodtryk (</a:t>
                      </a:r>
                      <a:r>
                        <a:rPr lang="da-DK" b="1" baseline="0" dirty="0" err="1"/>
                        <a:t>mmHg</a:t>
                      </a:r>
                      <a:r>
                        <a:rPr lang="da-DK" b="1" baseline="0" dirty="0"/>
                        <a:t>), </a:t>
                      </a:r>
                      <a:r>
                        <a:rPr lang="da-DK" b="1" baseline="0" dirty="0" err="1"/>
                        <a:t>mean</a:t>
                      </a:r>
                      <a:r>
                        <a:rPr lang="da-DK" b="1" baseline="0" dirty="0"/>
                        <a:t> (SD)</a:t>
                      </a:r>
                      <a:endParaRPr lang="da-DK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80,2 (8,6)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80,1 (12,3)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5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 dirty="0"/>
                        <a:t>Systolisk</a:t>
                      </a:r>
                      <a:r>
                        <a:rPr lang="da-DK" b="1" baseline="0" dirty="0"/>
                        <a:t> blodtryk (</a:t>
                      </a:r>
                      <a:r>
                        <a:rPr lang="da-DK" b="1" baseline="0" dirty="0" err="1"/>
                        <a:t>mmHg</a:t>
                      </a:r>
                      <a:r>
                        <a:rPr lang="da-DK" b="1" baseline="0" dirty="0"/>
                        <a:t>), </a:t>
                      </a:r>
                      <a:r>
                        <a:rPr lang="da-DK" b="1" baseline="0" dirty="0" err="1"/>
                        <a:t>mean</a:t>
                      </a:r>
                      <a:r>
                        <a:rPr lang="da-DK" b="1" baseline="0" dirty="0"/>
                        <a:t> (SD)</a:t>
                      </a:r>
                      <a:endParaRPr lang="da-DK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128,5 (12,2)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128,4 (18,6)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164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302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7: Måler det nye apparat biased sammenlignet med det gamle?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326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Quiz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800" dirty="0"/>
              <a:t>Det nye apparat måler ikke </a:t>
            </a:r>
            <a:r>
              <a:rPr lang="da-DK" sz="1800" dirty="0" err="1"/>
              <a:t>biased</a:t>
            </a:r>
            <a:r>
              <a:rPr lang="da-DK" sz="1800" dirty="0"/>
              <a:t> sammenlignet med det gamle. Gennemsnit er (stort set) identiske. </a:t>
            </a:r>
          </a:p>
          <a:p>
            <a:endParaRPr lang="da-DK" sz="1800" dirty="0"/>
          </a:p>
          <a:p>
            <a:r>
              <a:rPr lang="da-DK" sz="1800" dirty="0"/>
              <a:t>Usikkerheden med det nye apparat er også mindre.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2191446" y="3659536"/>
          <a:ext cx="757105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20245">
                  <a:extLst>
                    <a:ext uri="{9D8B030D-6E8A-4147-A177-3AD203B41FA5}">
                      <a16:colId xmlns:a16="http://schemas.microsoft.com/office/drawing/2014/main" val="3862130912"/>
                    </a:ext>
                  </a:extLst>
                </a:gridCol>
                <a:gridCol w="1681962">
                  <a:extLst>
                    <a:ext uri="{9D8B030D-6E8A-4147-A177-3AD203B41FA5}">
                      <a16:colId xmlns:a16="http://schemas.microsoft.com/office/drawing/2014/main" val="1824630362"/>
                    </a:ext>
                  </a:extLst>
                </a:gridCol>
                <a:gridCol w="1868847">
                  <a:extLst>
                    <a:ext uri="{9D8B030D-6E8A-4147-A177-3AD203B41FA5}">
                      <a16:colId xmlns:a16="http://schemas.microsoft.com/office/drawing/2014/main" val="2327480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Nyt apparat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Gammelt apparat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30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 dirty="0"/>
                        <a:t>Antal personer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92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 dirty="0"/>
                        <a:t>Diastolisk</a:t>
                      </a:r>
                      <a:r>
                        <a:rPr lang="da-DK" b="1" baseline="0" dirty="0"/>
                        <a:t> blodtryk (</a:t>
                      </a:r>
                      <a:r>
                        <a:rPr lang="da-DK" b="1" baseline="0" dirty="0" err="1"/>
                        <a:t>mmHg</a:t>
                      </a:r>
                      <a:r>
                        <a:rPr lang="da-DK" b="1" baseline="0" dirty="0"/>
                        <a:t>), </a:t>
                      </a:r>
                      <a:r>
                        <a:rPr lang="da-DK" b="1" baseline="0" dirty="0" err="1"/>
                        <a:t>mean</a:t>
                      </a:r>
                      <a:r>
                        <a:rPr lang="da-DK" b="1" baseline="0" dirty="0"/>
                        <a:t> (SD)</a:t>
                      </a:r>
                      <a:endParaRPr lang="da-DK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80,2 (8,6)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80,1 (12,3)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5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 dirty="0"/>
                        <a:t>Systolisk</a:t>
                      </a:r>
                      <a:r>
                        <a:rPr lang="da-DK" b="1" baseline="0" dirty="0"/>
                        <a:t> blodtryk (</a:t>
                      </a:r>
                      <a:r>
                        <a:rPr lang="da-DK" b="1" baseline="0" dirty="0" err="1"/>
                        <a:t>mmHg</a:t>
                      </a:r>
                      <a:r>
                        <a:rPr lang="da-DK" b="1" baseline="0" dirty="0"/>
                        <a:t>), </a:t>
                      </a:r>
                      <a:r>
                        <a:rPr lang="da-DK" b="1" baseline="0" dirty="0" err="1"/>
                        <a:t>mean</a:t>
                      </a:r>
                      <a:r>
                        <a:rPr lang="da-DK" b="1" baseline="0" dirty="0"/>
                        <a:t> (SD)</a:t>
                      </a:r>
                      <a:endParaRPr lang="da-DK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128,5 (12,2)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128,4 (18,6)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164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392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8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Hvilke af følgende udsagn er rigtige?</a:t>
            </a:r>
          </a:p>
          <a:p>
            <a:r>
              <a:rPr lang="da-DK" sz="1800" dirty="0"/>
              <a:t>Test A er </a:t>
            </a:r>
            <a:r>
              <a:rPr lang="da-DK" sz="1800" dirty="0" err="1"/>
              <a:t>biased</a:t>
            </a:r>
            <a:endParaRPr lang="da-DK" sz="1800" dirty="0"/>
          </a:p>
          <a:p>
            <a:r>
              <a:rPr lang="da-DK" sz="1800" dirty="0"/>
              <a:t>Test C er ikke </a:t>
            </a:r>
            <a:r>
              <a:rPr lang="da-DK" sz="1800" dirty="0" err="1"/>
              <a:t>biased</a:t>
            </a:r>
            <a:endParaRPr lang="da-DK" sz="1800" dirty="0"/>
          </a:p>
          <a:p>
            <a:r>
              <a:rPr lang="da-DK" sz="1800" dirty="0"/>
              <a:t>Test A har lille måleusikkerhed (høj </a:t>
            </a:r>
            <a:r>
              <a:rPr lang="da-DK" sz="1800" dirty="0" err="1"/>
              <a:t>reliabilitet</a:t>
            </a:r>
            <a:r>
              <a:rPr lang="da-DK" sz="1800" dirty="0"/>
              <a:t>)</a:t>
            </a:r>
          </a:p>
          <a:p>
            <a:r>
              <a:rPr lang="da-DK" sz="1800" dirty="0"/>
              <a:t>Test C har lille måleusikkerhed (høj </a:t>
            </a:r>
            <a:r>
              <a:rPr lang="da-DK" sz="1800" dirty="0" err="1"/>
              <a:t>reliabilitet</a:t>
            </a:r>
            <a:r>
              <a:rPr lang="da-DK" sz="1800" dirty="0"/>
              <a:t>)</a:t>
            </a:r>
          </a:p>
          <a:p>
            <a:endParaRPr lang="da-DK" sz="1800" dirty="0"/>
          </a:p>
          <a:p>
            <a:endParaRPr lang="da-DK" sz="1800" dirty="0"/>
          </a:p>
        </p:txBody>
      </p:sp>
      <p:pic>
        <p:nvPicPr>
          <p:cNvPr id="7" name="Billede 6"/>
          <p:cNvPicPr>
            <a:picLocks noChangeAspect="1"/>
          </p:cNvPicPr>
          <p:nvPr/>
        </p:nvPicPr>
        <p:blipFill rotWithShape="1">
          <a:blip r:embed="rId2"/>
          <a:srcRect r="49417"/>
          <a:stretch/>
        </p:blipFill>
        <p:spPr>
          <a:xfrm>
            <a:off x="2630216" y="3633858"/>
            <a:ext cx="1494524" cy="294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915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8: Hvilke af følgende udsagn er rigtige?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623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8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Hvilke af følgende udsagn er rigtige?</a:t>
            </a:r>
          </a:p>
          <a:p>
            <a:r>
              <a:rPr lang="da-DK" sz="1800" dirty="0"/>
              <a:t>Test A er </a:t>
            </a:r>
            <a:r>
              <a:rPr lang="da-DK" sz="1800" dirty="0" err="1"/>
              <a:t>biased</a:t>
            </a:r>
            <a:endParaRPr lang="da-DK" sz="1800" dirty="0"/>
          </a:p>
          <a:p>
            <a:r>
              <a:rPr lang="da-DK" sz="1800" b="1" dirty="0"/>
              <a:t>Test C er ikke </a:t>
            </a:r>
            <a:r>
              <a:rPr lang="da-DK" sz="1800" b="1" dirty="0" err="1"/>
              <a:t>biased</a:t>
            </a:r>
            <a:endParaRPr lang="da-DK" sz="1800" b="1" dirty="0"/>
          </a:p>
          <a:p>
            <a:r>
              <a:rPr lang="da-DK" sz="1800" b="1" dirty="0"/>
              <a:t>Test A har lille måleusikkerhed (høj </a:t>
            </a:r>
            <a:r>
              <a:rPr lang="da-DK" sz="1800" b="1" dirty="0" err="1"/>
              <a:t>reliabilitet</a:t>
            </a:r>
            <a:r>
              <a:rPr lang="da-DK" sz="1800" b="1" dirty="0"/>
              <a:t>)</a:t>
            </a:r>
          </a:p>
          <a:p>
            <a:r>
              <a:rPr lang="da-DK" sz="1800" dirty="0"/>
              <a:t>Test C har lille måleusikkerhed (høj </a:t>
            </a:r>
            <a:r>
              <a:rPr lang="da-DK" sz="1800" dirty="0" err="1"/>
              <a:t>reliabilitet</a:t>
            </a:r>
            <a:r>
              <a:rPr lang="da-DK" sz="1800" dirty="0"/>
              <a:t>)</a:t>
            </a:r>
          </a:p>
          <a:p>
            <a:endParaRPr lang="da-DK" sz="1800" dirty="0"/>
          </a:p>
          <a:p>
            <a:endParaRPr lang="da-DK" sz="1800" dirty="0"/>
          </a:p>
        </p:txBody>
      </p:sp>
      <p:pic>
        <p:nvPicPr>
          <p:cNvPr id="7" name="Billede 6"/>
          <p:cNvPicPr>
            <a:picLocks noChangeAspect="1"/>
          </p:cNvPicPr>
          <p:nvPr/>
        </p:nvPicPr>
        <p:blipFill rotWithShape="1">
          <a:blip r:embed="rId2"/>
          <a:srcRect r="49417"/>
          <a:stretch/>
        </p:blipFill>
        <p:spPr>
          <a:xfrm>
            <a:off x="2630216" y="3633858"/>
            <a:ext cx="1494524" cy="294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60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9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Den statistiske usikkerhed afhænger af:</a:t>
            </a:r>
          </a:p>
          <a:p>
            <a:pPr>
              <a:defRPr sz="1800"/>
            </a:pPr>
            <a:r>
              <a:rPr lang="da-DK" dirty="0"/>
              <a:t>Måleusikkerhed</a:t>
            </a:r>
          </a:p>
          <a:p>
            <a:pPr>
              <a:defRPr sz="1800"/>
            </a:pPr>
            <a:r>
              <a:rPr lang="da-DK" dirty="0"/>
              <a:t>Naturlig variation </a:t>
            </a:r>
          </a:p>
          <a:p>
            <a:pPr>
              <a:defRPr sz="1800"/>
            </a:pPr>
            <a:r>
              <a:rPr lang="da-DK" dirty="0"/>
              <a:t>Bias</a:t>
            </a:r>
          </a:p>
          <a:p>
            <a:pPr>
              <a:defRPr sz="1800"/>
            </a:pPr>
            <a:r>
              <a:rPr lang="da-DK" dirty="0"/>
              <a:t>Studiepopulationens karakteristika</a:t>
            </a:r>
          </a:p>
          <a:p>
            <a:pPr>
              <a:defRPr sz="1800"/>
            </a:pPr>
            <a:r>
              <a:rPr lang="da-DK" dirty="0"/>
              <a:t>Studiepopulationens størrelse</a:t>
            </a:r>
          </a:p>
          <a:p>
            <a:endParaRPr lang="da-DK" sz="1800" dirty="0"/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1926901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9: Den statistiske usikkerhed afhænger af: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888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9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Den statistiske usikkerhed afhænger af:</a:t>
            </a:r>
          </a:p>
          <a:p>
            <a:pPr>
              <a:defRPr sz="1800"/>
            </a:pPr>
            <a:r>
              <a:rPr lang="da-DK" b="1" dirty="0"/>
              <a:t>Måleusikkerhed</a:t>
            </a:r>
          </a:p>
          <a:p>
            <a:pPr>
              <a:defRPr sz="1800"/>
            </a:pPr>
            <a:r>
              <a:rPr lang="da-DK" b="1" dirty="0"/>
              <a:t>Naturlig variation </a:t>
            </a:r>
          </a:p>
          <a:p>
            <a:pPr>
              <a:defRPr sz="1800"/>
            </a:pPr>
            <a:r>
              <a:rPr lang="da-DK" dirty="0"/>
              <a:t>Bias</a:t>
            </a:r>
          </a:p>
          <a:p>
            <a:pPr>
              <a:defRPr sz="1800"/>
            </a:pPr>
            <a:r>
              <a:rPr lang="da-DK" b="1" dirty="0"/>
              <a:t>Studiepopulationens karakteristika</a:t>
            </a:r>
          </a:p>
          <a:p>
            <a:pPr>
              <a:defRPr sz="1800"/>
            </a:pPr>
            <a:r>
              <a:rPr lang="da-DK" b="1" dirty="0"/>
              <a:t>Studiepopulationens størrelse</a:t>
            </a:r>
          </a:p>
          <a:p>
            <a:endParaRPr lang="da-DK" sz="1800" dirty="0"/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880505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10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da-DK" dirty="0"/>
              <a:t>I et studie, der undersøger sammenhængen mellem alkoholforbrug og leversygdom, registreres alkoholforbruget via spørgeskema. Personer, der allerede har symptomer på leversygdom, underrapporterer oftere deres alkoholindtag end personer uden symptomer.</a:t>
            </a:r>
          </a:p>
          <a:p>
            <a:pPr marL="0" indent="0">
              <a:buNone/>
              <a:defRPr sz="1800"/>
            </a:pPr>
            <a:endParaRPr lang="da-DK" sz="1800" dirty="0"/>
          </a:p>
          <a:p>
            <a:pPr marL="0" indent="0">
              <a:buNone/>
              <a:defRPr sz="1800"/>
            </a:pPr>
            <a:r>
              <a:rPr lang="da-DK" sz="1800" dirty="0"/>
              <a:t>Hvilken form for målebias er der?</a:t>
            </a:r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1231540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10: Hvilken form for målebias er der?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368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10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da-DK" dirty="0"/>
              <a:t>I et studie, der undersøger sammenhængen mellem alkoholforbrug og leversygdom, registreres alkoholforbruget via spørgeskema. Personer, der allerede har symptomer på leversygdom, underrapporterer oftere deres alkoholindtag end personer uden symptomer.</a:t>
            </a:r>
          </a:p>
          <a:p>
            <a:pPr marL="0" indent="0">
              <a:buNone/>
              <a:defRPr sz="1800"/>
            </a:pPr>
            <a:endParaRPr lang="da-DK" sz="1800" dirty="0"/>
          </a:p>
          <a:p>
            <a:pPr marL="0" indent="0">
              <a:buNone/>
              <a:defRPr sz="1800"/>
            </a:pPr>
            <a:r>
              <a:rPr lang="da-DK" sz="1800" dirty="0"/>
              <a:t>Hvilken form for målebias er der?</a:t>
            </a:r>
          </a:p>
          <a:p>
            <a:pPr marL="0" indent="0">
              <a:buNone/>
              <a:defRPr sz="1800"/>
            </a:pPr>
            <a:r>
              <a:rPr lang="da-DK" sz="1800" b="1" dirty="0"/>
              <a:t>Differentieret målebias — fordi målefejlen (underrapportering) afhænger af udfaldet (leversygdom)</a:t>
            </a:r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576505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11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da-DK" sz="1800" dirty="0"/>
              <a:t>I et studie om sammenhængen mellem fysisk aktivitet og diabetes anvendes et aktivitetsarmbånd, som systematisk registrerer færre skridt, når batteriet er lavt. </a:t>
            </a:r>
            <a:r>
              <a:rPr lang="da-DK" dirty="0"/>
              <a:t>Batteriproblemet forekommer tilfældigt på tværs af alle deltagere.</a:t>
            </a:r>
          </a:p>
          <a:p>
            <a:pPr marL="0" indent="0">
              <a:buNone/>
              <a:defRPr sz="1800"/>
            </a:pPr>
            <a:endParaRPr lang="da-DK" sz="1800" dirty="0"/>
          </a:p>
          <a:p>
            <a:pPr marL="0" indent="0">
              <a:buNone/>
              <a:defRPr sz="1800"/>
            </a:pPr>
            <a:r>
              <a:rPr lang="da-DK" sz="1800" dirty="0"/>
              <a:t>Hvilken form for målebias er der?</a:t>
            </a:r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194153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11: Hvilken form for målebias er der?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816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11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da-DK" sz="1800" dirty="0"/>
              <a:t>I et studie om sammenhængen mellem fysisk aktivitet og diabetes anvendes et aktivitetsarmbånd, som systematisk registrerer færre skridt, når batteriet er lavt. </a:t>
            </a:r>
            <a:r>
              <a:rPr lang="da-DK" dirty="0"/>
              <a:t>Batteriproblemet forekommer tilfældigt på tværs af alle deltagere.</a:t>
            </a:r>
          </a:p>
          <a:p>
            <a:pPr marL="0" indent="0">
              <a:buNone/>
              <a:defRPr sz="1800"/>
            </a:pPr>
            <a:endParaRPr lang="da-DK" sz="1800" dirty="0"/>
          </a:p>
          <a:p>
            <a:pPr marL="0" indent="0">
              <a:buNone/>
              <a:defRPr sz="1800"/>
            </a:pPr>
            <a:r>
              <a:rPr lang="da-DK" sz="1800" dirty="0"/>
              <a:t>Hvilken form for målebias er der?</a:t>
            </a:r>
          </a:p>
          <a:p>
            <a:pPr marL="0" indent="0">
              <a:buNone/>
              <a:defRPr sz="1800"/>
            </a:pPr>
            <a:r>
              <a:rPr lang="da-DK" sz="1800" b="1" dirty="0"/>
              <a:t>Ikke-differentieret målebias — fordi målefejlen er ens i alle grupper og ikke afhænger af eksponering eller udfald.</a:t>
            </a:r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685057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12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Hvilke af følgende udsagn er sande?</a:t>
            </a:r>
          </a:p>
          <a:p>
            <a:r>
              <a:rPr lang="da-DK" sz="1800" dirty="0"/>
              <a:t>Ikke-differentieret målebias kan føre til underestimering</a:t>
            </a:r>
          </a:p>
          <a:p>
            <a:r>
              <a:rPr lang="da-DK" sz="1800" dirty="0"/>
              <a:t>Ikke-differentieret målebias kan føre til overestimering</a:t>
            </a:r>
          </a:p>
          <a:p>
            <a:r>
              <a:rPr lang="da-DK" sz="1800" dirty="0"/>
              <a:t>Differentieret målebias kan føre til underestimering</a:t>
            </a:r>
          </a:p>
          <a:p>
            <a:r>
              <a:rPr lang="da-DK" sz="1800" dirty="0"/>
              <a:t>Differentieret målebias kan føre til overestimering</a:t>
            </a:r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635668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12: Hvilke af følgende udsagn er sande?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504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12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Hvilke af følgende udsagn er sande?</a:t>
            </a:r>
          </a:p>
          <a:p>
            <a:r>
              <a:rPr lang="da-DK" sz="1800" b="1" dirty="0"/>
              <a:t>Ikke-differentieret målebias kan føre til underestimering</a:t>
            </a:r>
          </a:p>
          <a:p>
            <a:r>
              <a:rPr lang="da-DK" sz="1800" dirty="0"/>
              <a:t>Ikke-differentieret målebias kan føre til overestimering</a:t>
            </a:r>
          </a:p>
          <a:p>
            <a:r>
              <a:rPr lang="da-DK" sz="1800" b="1" dirty="0"/>
              <a:t>Differentieret målebias kan føre til underestimering</a:t>
            </a:r>
          </a:p>
          <a:p>
            <a:r>
              <a:rPr lang="da-DK" sz="1800" b="1" dirty="0"/>
              <a:t>Differentieret målebias kan føre til overestimering</a:t>
            </a:r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3046772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2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4844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Quiz 13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800" dirty="0"/>
              <a:t>Hvordan defineres sensitivitet?</a:t>
            </a:r>
          </a:p>
        </p:txBody>
      </p:sp>
    </p:spTree>
    <p:extLst>
      <p:ext uri="{BB962C8B-B14F-4D97-AF65-F5344CB8AC3E}">
        <p14:creationId xmlns:p14="http://schemas.microsoft.com/office/powerpoint/2010/main" val="1948739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13: Hvordan defineres sensitivitet?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873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Quiz 13</a:t>
            </a:r>
          </a:p>
        </p:txBody>
      </p:sp>
      <p:graphicFrame>
        <p:nvGraphicFramePr>
          <p:cNvPr id="9" name="Tabel 8"/>
          <p:cNvGraphicFramePr>
            <a:graphicFrameLocks noGrp="1"/>
          </p:cNvGraphicFramePr>
          <p:nvPr/>
        </p:nvGraphicFramePr>
        <p:xfrm>
          <a:off x="838200" y="1522789"/>
          <a:ext cx="10515600" cy="2926080"/>
        </p:xfrm>
        <a:graphic>
          <a:graphicData uri="http://schemas.openxmlformats.org/drawingml/2006/table">
            <a:tbl>
              <a:tblPr/>
              <a:tblGrid>
                <a:gridCol w="1249279">
                  <a:extLst>
                    <a:ext uri="{9D8B030D-6E8A-4147-A177-3AD203B41FA5}">
                      <a16:colId xmlns:a16="http://schemas.microsoft.com/office/drawing/2014/main" val="4284995685"/>
                    </a:ext>
                  </a:extLst>
                </a:gridCol>
                <a:gridCol w="4008521">
                  <a:extLst>
                    <a:ext uri="{9D8B030D-6E8A-4147-A177-3AD203B41FA5}">
                      <a16:colId xmlns:a16="http://schemas.microsoft.com/office/drawing/2014/main" val="938151439"/>
                    </a:ext>
                  </a:extLst>
                </a:gridCol>
                <a:gridCol w="1550068">
                  <a:extLst>
                    <a:ext uri="{9D8B030D-6E8A-4147-A177-3AD203B41FA5}">
                      <a16:colId xmlns:a16="http://schemas.microsoft.com/office/drawing/2014/main" val="2068944221"/>
                    </a:ext>
                  </a:extLst>
                </a:gridCol>
                <a:gridCol w="3707732">
                  <a:extLst>
                    <a:ext uri="{9D8B030D-6E8A-4147-A177-3AD203B41FA5}">
                      <a16:colId xmlns:a16="http://schemas.microsoft.com/office/drawing/2014/main" val="2474317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b="1" dirty="0"/>
                        <a:t>Begreb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Handler 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Formel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b="1" dirty="0"/>
                        <a:t>Fortolkning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0308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a-DK" b="0" dirty="0"/>
                        <a:t>Sensitivitet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Hvor godt testen finder de syge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SP / (SP + FN)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Sandsynlighed for positiv test blandt syge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6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a-DK" b="0"/>
                        <a:t>Specificitet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/>
                        <a:t>Hvor godt testen frasorterer de raske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SN / (FP + SN)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Sandsynlighed for negativ test blandt raske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9456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a-DK" b="0"/>
                        <a:t>PPV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/>
                        <a:t>Hvor mange af de positive der faktisk er syge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SP / (SP + FP)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/>
                        <a:t>Sandsynlighed for at en positiv test er korrekt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1564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a-DK" b="0" dirty="0"/>
                        <a:t>NPV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Hvor mange af de negative der faktisk er raske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SN / (FN + SN)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Sandsynlighed for at en negativ test er korrekt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8638551"/>
                  </a:ext>
                </a:extLst>
              </a:tr>
            </a:tbl>
          </a:graphicData>
        </a:graphic>
      </p:graphicFrame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2123574" y="4796672"/>
          <a:ext cx="8077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162">
                  <a:extLst>
                    <a:ext uri="{9D8B030D-6E8A-4147-A177-3AD203B41FA5}">
                      <a16:colId xmlns:a16="http://schemas.microsoft.com/office/drawing/2014/main" val="2814819751"/>
                    </a:ext>
                  </a:extLst>
                </a:gridCol>
                <a:gridCol w="1313607">
                  <a:extLst>
                    <a:ext uri="{9D8B030D-6E8A-4147-A177-3AD203B41FA5}">
                      <a16:colId xmlns:a16="http://schemas.microsoft.com/office/drawing/2014/main" val="1404300600"/>
                    </a:ext>
                  </a:extLst>
                </a:gridCol>
                <a:gridCol w="1986254">
                  <a:extLst>
                    <a:ext uri="{9D8B030D-6E8A-4147-A177-3AD203B41FA5}">
                      <a16:colId xmlns:a16="http://schemas.microsoft.com/office/drawing/2014/main" val="2262213251"/>
                    </a:ext>
                  </a:extLst>
                </a:gridCol>
                <a:gridCol w="2107933">
                  <a:extLst>
                    <a:ext uri="{9D8B030D-6E8A-4147-A177-3AD203B41FA5}">
                      <a16:colId xmlns:a16="http://schemas.microsoft.com/office/drawing/2014/main" val="594636143"/>
                    </a:ext>
                  </a:extLst>
                </a:gridCol>
                <a:gridCol w="2074244">
                  <a:extLst>
                    <a:ext uri="{9D8B030D-6E8A-4147-A177-3AD203B41FA5}">
                      <a16:colId xmlns:a16="http://schemas.microsoft.com/office/drawing/2014/main" val="1623399239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a-DK" b="1" dirty="0"/>
                        <a:t>Sandheden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CDE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1603173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Syg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C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Ikke-syg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CDE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74401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da-DK" b="1" dirty="0"/>
                        <a:t>TEST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4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Syg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B4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SP + FP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806344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Ikke-syg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4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FN + 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28912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SP + FN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FP + SN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4136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999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14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2286000" y="3725862"/>
          <a:ext cx="8077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162">
                  <a:extLst>
                    <a:ext uri="{9D8B030D-6E8A-4147-A177-3AD203B41FA5}">
                      <a16:colId xmlns:a16="http://schemas.microsoft.com/office/drawing/2014/main" val="2814819751"/>
                    </a:ext>
                  </a:extLst>
                </a:gridCol>
                <a:gridCol w="1313607">
                  <a:extLst>
                    <a:ext uri="{9D8B030D-6E8A-4147-A177-3AD203B41FA5}">
                      <a16:colId xmlns:a16="http://schemas.microsoft.com/office/drawing/2014/main" val="1404300600"/>
                    </a:ext>
                  </a:extLst>
                </a:gridCol>
                <a:gridCol w="1986254">
                  <a:extLst>
                    <a:ext uri="{9D8B030D-6E8A-4147-A177-3AD203B41FA5}">
                      <a16:colId xmlns:a16="http://schemas.microsoft.com/office/drawing/2014/main" val="2262213251"/>
                    </a:ext>
                  </a:extLst>
                </a:gridCol>
                <a:gridCol w="2107933">
                  <a:extLst>
                    <a:ext uri="{9D8B030D-6E8A-4147-A177-3AD203B41FA5}">
                      <a16:colId xmlns:a16="http://schemas.microsoft.com/office/drawing/2014/main" val="594636143"/>
                    </a:ext>
                  </a:extLst>
                </a:gridCol>
                <a:gridCol w="2074244">
                  <a:extLst>
                    <a:ext uri="{9D8B030D-6E8A-4147-A177-3AD203B41FA5}">
                      <a16:colId xmlns:a16="http://schemas.microsoft.com/office/drawing/2014/main" val="1623399239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a-DK" b="1" dirty="0"/>
                        <a:t>Sandheden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CDE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1603173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Syg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C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Ikke-syg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CDE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74401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da-DK" b="1" dirty="0"/>
                        <a:t>TEST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4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Syg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B4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806344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Ikke-syg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4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28912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4136754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/>
              <a:t>Hvad er testen sensitivitet?</a:t>
            </a:r>
          </a:p>
          <a:p>
            <a:r>
              <a:rPr lang="da-DK" sz="1800" dirty="0"/>
              <a:t>Hvad er testen specificitet?</a:t>
            </a:r>
          </a:p>
          <a:p>
            <a:r>
              <a:rPr lang="da-DK" sz="1800" dirty="0"/>
              <a:t>Hvad er testen positive </a:t>
            </a:r>
            <a:r>
              <a:rPr lang="da-DK" sz="1800" dirty="0" err="1"/>
              <a:t>prædiktive</a:t>
            </a:r>
            <a:r>
              <a:rPr lang="da-DK" sz="1800" dirty="0"/>
              <a:t> værdi?</a:t>
            </a:r>
          </a:p>
          <a:p>
            <a:r>
              <a:rPr lang="da-DK" sz="1800" dirty="0"/>
              <a:t>Hvad er testen negative </a:t>
            </a:r>
            <a:r>
              <a:rPr lang="da-DK" sz="1800" dirty="0" err="1"/>
              <a:t>prædiktive</a:t>
            </a:r>
            <a:r>
              <a:rPr lang="da-DK" sz="1800" dirty="0"/>
              <a:t> værdi?</a:t>
            </a:r>
          </a:p>
          <a:p>
            <a:endParaRPr lang="da-DK" sz="1800" dirty="0"/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3283729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14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lang="da-DK" dirty="0"/>
          </a:p>
          <a:p>
            <a:pPr marL="0" indent="0">
              <a:buNone/>
              <a:defRPr sz="1800"/>
            </a:pP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2286000" y="3725862"/>
          <a:ext cx="8077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162">
                  <a:extLst>
                    <a:ext uri="{9D8B030D-6E8A-4147-A177-3AD203B41FA5}">
                      <a16:colId xmlns:a16="http://schemas.microsoft.com/office/drawing/2014/main" val="2814819751"/>
                    </a:ext>
                  </a:extLst>
                </a:gridCol>
                <a:gridCol w="1313607">
                  <a:extLst>
                    <a:ext uri="{9D8B030D-6E8A-4147-A177-3AD203B41FA5}">
                      <a16:colId xmlns:a16="http://schemas.microsoft.com/office/drawing/2014/main" val="1404300600"/>
                    </a:ext>
                  </a:extLst>
                </a:gridCol>
                <a:gridCol w="1986254">
                  <a:extLst>
                    <a:ext uri="{9D8B030D-6E8A-4147-A177-3AD203B41FA5}">
                      <a16:colId xmlns:a16="http://schemas.microsoft.com/office/drawing/2014/main" val="2262213251"/>
                    </a:ext>
                  </a:extLst>
                </a:gridCol>
                <a:gridCol w="2107933">
                  <a:extLst>
                    <a:ext uri="{9D8B030D-6E8A-4147-A177-3AD203B41FA5}">
                      <a16:colId xmlns:a16="http://schemas.microsoft.com/office/drawing/2014/main" val="594636143"/>
                    </a:ext>
                  </a:extLst>
                </a:gridCol>
                <a:gridCol w="2074244">
                  <a:extLst>
                    <a:ext uri="{9D8B030D-6E8A-4147-A177-3AD203B41FA5}">
                      <a16:colId xmlns:a16="http://schemas.microsoft.com/office/drawing/2014/main" val="1623399239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a-DK" b="1" dirty="0"/>
                        <a:t>Sandheden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CDE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1603173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Syg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C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Ikke-syg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CDE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74401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da-DK" b="1" dirty="0"/>
                        <a:t>TEST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4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Syg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B4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806344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Ikke-syg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4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155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28912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4136754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/>
              <a:t>Hvad er testen sensitivitet? </a:t>
            </a:r>
            <a:r>
              <a:rPr lang="da-DK" sz="1800" b="1" dirty="0"/>
              <a:t>131 / 138 = 95%</a:t>
            </a:r>
          </a:p>
          <a:p>
            <a:r>
              <a:rPr lang="da-DK" sz="1800" dirty="0"/>
              <a:t>Hvad er testen specificitet? </a:t>
            </a:r>
            <a:r>
              <a:rPr lang="da-DK" sz="1800" b="1" dirty="0"/>
              <a:t>148 / 162 = 91%</a:t>
            </a:r>
          </a:p>
          <a:p>
            <a:r>
              <a:rPr lang="da-DK" sz="1800" dirty="0"/>
              <a:t>Hvad er testen positive </a:t>
            </a:r>
            <a:r>
              <a:rPr lang="da-DK" sz="1800" dirty="0" err="1"/>
              <a:t>prædiktive</a:t>
            </a:r>
            <a:r>
              <a:rPr lang="da-DK" sz="1800" dirty="0"/>
              <a:t> værdi? </a:t>
            </a:r>
            <a:r>
              <a:rPr lang="da-DK" sz="1800" b="1" dirty="0"/>
              <a:t>131 / 145 = 90%</a:t>
            </a:r>
          </a:p>
          <a:p>
            <a:r>
              <a:rPr lang="da-DK" sz="1800" dirty="0"/>
              <a:t>Hvad er testen negative </a:t>
            </a:r>
            <a:r>
              <a:rPr lang="da-DK" sz="1800" dirty="0" err="1"/>
              <a:t>prædiktive</a:t>
            </a:r>
            <a:r>
              <a:rPr lang="da-DK" sz="1800" dirty="0"/>
              <a:t> værdi? </a:t>
            </a:r>
            <a:r>
              <a:rPr lang="da-DK" sz="1800" b="1" dirty="0"/>
              <a:t>148 / 155 = 95%</a:t>
            </a:r>
          </a:p>
          <a:p>
            <a:endParaRPr lang="da-DK" sz="1800" dirty="0"/>
          </a:p>
          <a:p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1077406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15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I et registerstudie bruges en gammel diagnosekode til at identificere personer med astma. Koden bliver nogle gange brugt forkert — både for personer med og uden den undersøgte eksponering (luftforurening).</a:t>
            </a:r>
          </a:p>
          <a:p>
            <a:pPr marL="0" indent="0">
              <a:buNone/>
            </a:pPr>
            <a:endParaRPr lang="da-DK" sz="1800" dirty="0"/>
          </a:p>
          <a:p>
            <a:pPr marL="0" indent="0">
              <a:buNone/>
            </a:pPr>
            <a:r>
              <a:rPr lang="da-DK" sz="1800" dirty="0"/>
              <a:t>Hvilken form for misklassifikation er der?</a:t>
            </a:r>
          </a:p>
          <a:p>
            <a:pPr marL="0" indent="0">
              <a:buNone/>
            </a:pPr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3526255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15: Hvilken form for misklassifikation er der: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052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15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I et registerstudie bruges en gammel diagnosekode til at identificere personer med astma. Koden bliver nogle gange brugt forkert — både for personer med og uden den undersøgte eksponering (luftforurening).</a:t>
            </a:r>
          </a:p>
          <a:p>
            <a:pPr marL="0" indent="0">
              <a:buNone/>
            </a:pPr>
            <a:endParaRPr lang="da-DK" sz="1800" dirty="0"/>
          </a:p>
          <a:p>
            <a:pPr marL="0" indent="0">
              <a:buNone/>
            </a:pPr>
            <a:r>
              <a:rPr lang="da-DK" sz="1800" dirty="0"/>
              <a:t>Hvilken form for misklassifikation er der?</a:t>
            </a:r>
          </a:p>
          <a:p>
            <a:pPr marL="0" indent="0">
              <a:buNone/>
            </a:pPr>
            <a:r>
              <a:rPr lang="da-DK" sz="1800" b="1" dirty="0"/>
              <a:t>Ikke-differentieret misklassifikation — fordi fejlen i klassificeringen af udfaldet (astma) forekommer lige hyppigt i begge eksponeringsgrupper.</a:t>
            </a:r>
          </a:p>
        </p:txBody>
      </p:sp>
    </p:spTree>
    <p:extLst>
      <p:ext uri="{BB962C8B-B14F-4D97-AF65-F5344CB8AC3E}">
        <p14:creationId xmlns:p14="http://schemas.microsoft.com/office/powerpoint/2010/main" val="11928777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16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Et studie undersøger sammenhængen mellem brug af hormonbehandling og brystkræft via interview. </a:t>
            </a:r>
          </a:p>
          <a:p>
            <a:pPr marL="0" indent="0">
              <a:buNone/>
            </a:pPr>
            <a:endParaRPr lang="da-DK" sz="1800" dirty="0"/>
          </a:p>
          <a:p>
            <a:pPr marL="0" indent="0">
              <a:buNone/>
            </a:pPr>
            <a:r>
              <a:rPr lang="da-DK" sz="1800" dirty="0"/>
              <a:t>Hvilken form for misklassifikation er der?</a:t>
            </a:r>
          </a:p>
          <a:p>
            <a:pPr marL="0" indent="0">
              <a:buNone/>
            </a:pPr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956740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16: Hvilken form for misklassifikation er der?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892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Quiz 16</a:t>
            </a:r>
            <a:endParaRPr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33600" y="17430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895476"/>
            <a:ext cx="822960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dirty="0"/>
              <a:t>Et studie undersøger sammenhængen mellem brug af hormonbehandling og brystkræft. </a:t>
            </a:r>
          </a:p>
          <a:p>
            <a:pPr marL="0" indent="0">
              <a:buNone/>
            </a:pPr>
            <a:endParaRPr lang="da-DK" sz="1800" dirty="0"/>
          </a:p>
          <a:p>
            <a:pPr marL="0" indent="0">
              <a:buNone/>
            </a:pPr>
            <a:r>
              <a:rPr lang="da-DK" sz="1800" dirty="0"/>
              <a:t>Hvilken form for misklassifikation er der?</a:t>
            </a:r>
          </a:p>
          <a:p>
            <a:pPr marL="0" indent="0">
              <a:buNone/>
            </a:pPr>
            <a:endParaRPr lang="da-DK" sz="1800" dirty="0"/>
          </a:p>
          <a:p>
            <a:pPr marL="0" indent="0">
              <a:buNone/>
            </a:pPr>
            <a:r>
              <a:rPr lang="da-DK" sz="1800" dirty="0"/>
              <a:t>Kvinder, der får konstateret brystkræft</a:t>
            </a:r>
            <a:r>
              <a:rPr lang="da-DK" sz="1800"/>
              <a:t>, har </a:t>
            </a:r>
            <a:r>
              <a:rPr lang="da-DK" sz="1800" dirty="0"/>
              <a:t>ofte en bedre hukommelse for (og tendens til at rapportere mere detaljeret om) tidligere brug af hormonbehandling end kvinder uden brystkræft.</a:t>
            </a:r>
          </a:p>
          <a:p>
            <a:pPr marL="0" indent="0">
              <a:buNone/>
            </a:pPr>
            <a:endParaRPr lang="da-DK" sz="1800" dirty="0"/>
          </a:p>
          <a:p>
            <a:pPr marL="0" indent="0">
              <a:buNone/>
            </a:pPr>
            <a:r>
              <a:rPr lang="da-DK" sz="1800" b="1" dirty="0"/>
              <a:t>Differentieret misklassifikation — fordi fejlen i klassificeringen af eksponeringen (hormonbrug) afhænger af udfaldet (brystkræft).</a:t>
            </a:r>
          </a:p>
        </p:txBody>
      </p:sp>
    </p:spTree>
    <p:extLst>
      <p:ext uri="{BB962C8B-B14F-4D97-AF65-F5344CB8AC3E}">
        <p14:creationId xmlns:p14="http://schemas.microsoft.com/office/powerpoint/2010/main" val="10183154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564E749-4CBD-4256-6318-B210D7632BF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65D51BA-FF09-ECDD-9038-CDAAE8B66AF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17: Hvad betyder construct validity?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AA2C673-D689-2E15-34CB-B1F93485423C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CF8CD89-ED8B-A76C-3696-4DDD80B2B9BB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Ligebenet trapez 6">
            <a:extLst>
              <a:ext uri="{FF2B5EF4-FFF2-40B4-BE49-F238E27FC236}">
                <a16:creationId xmlns:a16="http://schemas.microsoft.com/office/drawing/2014/main" id="{8F1F60EA-0B12-E7FC-5CB0-744C0933075D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79EE22C-CFF4-9B20-D100-41264B26C7D0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063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2B13007-F6A1-F8F5-8FC5-41C3D22755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60F20CC2-7CC0-248B-1C64-185340FC65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18: Hvad betyder operationalisering?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16FA25CB-1563-7437-8DB1-47D8A907AABC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495ADF9-D428-5B2D-C2BE-3C74AAE5FD4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Ligebenet trapez 6">
            <a:extLst>
              <a:ext uri="{FF2B5EF4-FFF2-40B4-BE49-F238E27FC236}">
                <a16:creationId xmlns:a16="http://schemas.microsoft.com/office/drawing/2014/main" id="{B2354BAE-02B7-0C6B-1BB0-8630538D6F5F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DEDA10D-22B9-1034-A508-9F15746A307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286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18ADE02E-62CD-08B5-4C56-7E334BB9DCC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DC825024-8064-FF13-0878-CC4A06C04C5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19: Hvad karakteriserer en objektiv måling?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DD39003C-7C20-E833-2DBB-15514D211DFB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A65B825-F0D3-6754-092C-503FAD61AC0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Ligebenet trapez 6">
            <a:extLst>
              <a:ext uri="{FF2B5EF4-FFF2-40B4-BE49-F238E27FC236}">
                <a16:creationId xmlns:a16="http://schemas.microsoft.com/office/drawing/2014/main" id="{652EE481-187A-84A2-F381-415C3CE96155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30AEA34-4AFC-B3BF-06D1-ECB23177BBFE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796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C968B15A-2EAB-BA14-C6AE-2BBFBE2AB86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6D97C2D2-F2FE-132C-6E78-71F1A2832BE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Quiz 20: Hvorfor kan subjektive målinger være problematiske i forskning?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805AB22-F307-4643-CE33-3F66E0B28506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2934A5B-97BC-F01E-2765-D9C27240099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Ligebenet trapez 6">
            <a:extLst>
              <a:ext uri="{FF2B5EF4-FFF2-40B4-BE49-F238E27FC236}">
                <a16:creationId xmlns:a16="http://schemas.microsoft.com/office/drawing/2014/main" id="{FE108E8B-65EC-F377-630E-483594041894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03FF8C6-5E47-CFBB-5118-56C2B89702C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221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9.0.7022"/>
  <p:tag name="SLIDO_PRESENTATION_ID" val="13185437-d9f8-4666-af50-a64499d2a65f"/>
  <p:tag name="SLIDO_EVENT_UUID" val="6d1e5cb9-2cd9-4b52-ae77-ab29bc2c1e2a"/>
  <p:tag name="SLIDO_EVENT_SECTION_UUID" val="b13ac683-aa59-4571-9512-85ab6b8e55a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MzMDI2MjB9"/>
  <p:tag name="SLIDO_TYPE" val="SlidoPoll"/>
  <p:tag name="SLIDO_POLL_UUID" val="df351dc8-68c8-4a25-a688-c83ef918b72c"/>
  <p:tag name="SLIDO_TIMELINE" val="W3sicG9sbFF1ZXN0aW9uVXVpZCI6IjMxZjQ1N2E0LTNiNDEtNDQ3OC1hNDRiLTU0ODBkNjU4Y2JlZiIsInNob3dSZXN1bHRzIjpmYWxzZSwic2hvd0NvcnJlY3RBbnN3ZXJzIjpmYWxzZSwidm90aW5nTG9ja2VkIjpmYWxzZX0seyJwb2xsUXVlc3Rpb25VdWlkIjoiMzFmNDU3YTQtM2I0MS00NDc4LWE0NGItNTQ4MGQ2NThjYmVmIiwic2hvd1Jlc3VsdHMiOnRydWUsInNob3dDb3JyZWN0QW5zd2VycyI6dHJ1ZSwidm90aW5nTG9ja2VkIjpmYWxz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MzMDI3MDV9"/>
  <p:tag name="SLIDO_TYPE" val="SlidoPoll"/>
  <p:tag name="SLIDO_POLL_UUID" val="41fe3226-0d63-4d09-aad2-f4ec2b10c36f"/>
  <p:tag name="SLIDO_TIMELINE" val="W3sicG9sbFF1ZXN0aW9uVXVpZCI6ImVlZjNlYWY2LTRmM2YtNDhiYi05ZTFkLWJlNDljNjc5YmZmMyIsInNob3dSZXN1bHRzIjpmYWxzZSwic2hvd0NvcnJlY3RBbnN3ZXJzIjpmYWxzZSwidm90aW5nTG9ja2VkIjpmYWxzZX0seyJwb2xsUXVlc3Rpb25VdWlkIjoiZWVmM2VhZjYtNGYzZi00OGJiLTllMWQtYmU0OWM2NzliZmYzIiwic2hvd1Jlc3VsdHMiOnRydWUsInNob3dDb3JyZWN0QW5zd2VycyI6dHJ1ZSwidm90aW5nTG9ja2VkIjpmYWxz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MzMDI3Njd9"/>
  <p:tag name="SLIDO_TYPE" val="SlidoPoll"/>
  <p:tag name="SLIDO_POLL_UUID" val="3bc54ed6-cdf4-48dc-9ca1-a544c78541c7"/>
  <p:tag name="SLIDO_TIMELINE" val="W3sicG9sbFF1ZXN0aW9uVXVpZCI6IjJhZjUzMjkyLTA0MjAtNGJkYi04MmI1LWMwZWJiMDNjYjA5YSIsInNob3dSZXN1bHRzIjpmYWxzZSwic2hvd0NvcnJlY3RBbnN3ZXJzIjpmYWxzZSwidm90aW5nTG9ja2VkIjpmYWxzZX0seyJwb2xsUXVlc3Rpb25VdWlkIjoiMmFmNTMyOTItMDQyMC00YmRiLTgyYjUtYzBlYmIwM2NiMDlhIiwic2hvd1Jlc3VsdHMiOnRydWUsInNob3dDb3JyZWN0QW5zd2VycyI6dHJ1ZSwidm90aW5nTG9ja2VkIjpmYWxzZX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MzMDI4MjF9"/>
  <p:tag name="SLIDO_TYPE" val="SlidoPoll"/>
  <p:tag name="SLIDO_POLL_UUID" val="945f953a-059a-4bf9-a6a1-adfc964e7b75"/>
  <p:tag name="SLIDO_TIMELINE" val="W3sicG9sbFF1ZXN0aW9uVXVpZCI6ImM3MGZlMDNkLTNkZDYtNDg4OC05OWU2LTc3NWYyZDI1YzBmMCIsInNob3dSZXN1bHRzIjpmYWxzZSwic2hvd0NvcnJlY3RBbnN3ZXJzIjpmYWxzZSwidm90aW5nTG9ja2VkIjpmYWxzZX0seyJwb2xsUXVlc3Rpb25VdWlkIjoiYzcwZmUwM2QtM2RkNi00ODg4LTk5ZTYtNzc1ZjJkMjVjMGYwIiwic2hvd1Jlc3VsdHMiOnRydWUsInNob3dDb3JyZWN0QW5zd2VycyI6dHJ1ZSwidm90aW5nTG9ja2VkIjpmYWxzZX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MzMDI5MzB9"/>
  <p:tag name="SLIDO_TYPE" val="SlidoPoll"/>
  <p:tag name="SLIDO_POLL_UUID" val="4455d9ea-fa58-4010-bfdc-510dfbe70791"/>
  <p:tag name="SLIDO_TIMELINE" val="W3sicG9sbFF1ZXN0aW9uVXVpZCI6Ijk0M2Q5ODNjLWVkOTMtNDc0Mi04ZmMwLWM2N2I5ODYzN2E2YiIsInNob3dSZXN1bHRzIjpmYWxzZSwic2hvd0NvcnJlY3RBbnN3ZXJzIjpmYWxzZSwidm90aW5nTG9ja2VkIjpmYWxzZX0seyJwb2xsUXVlc3Rpb25VdWlkIjoiOTQzZDk4M2MtZWQ5My00NzQyLThmYzAtYzY3Yjk4NjM3YTZiIiwic2hvd1Jlc3VsdHMiOnRydWUsInNob3dDb3JyZWN0QW5zd2VycyI6dHJ1ZSwidm90aW5nTG9ja2VkIjpmYWxzZX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TcxNTZ9"/>
  <p:tag name="SLIDO_TYPE" val="SlidoPoll"/>
  <p:tag name="SLIDO_POLL_UUID" val="90b3fc9a-9290-4be8-97d1-4b275ddda026"/>
  <p:tag name="SLIDO_TIMELINE" val="W3sicG9sbFF1ZXN0aW9uVXVpZCI6IjNmMzI2MDU0LWY3N2ItNDRkMi05YzkzLWU1NTZmYzhjYzBjMSIsInNob3dSZXN1bHRzIjpmYWxzZSwic2hvd0NvcnJlY3RBbnN3ZXJzIjpmYWxzZSwidm90aW5nTG9ja2VkIjpmYWxzZX0seyJwb2xsUXVlc3Rpb25VdWlkIjoiM2YzMjYwNTQtZjc3Yi00NGQyLTljOTMtZTU1NmZjOGNjMGMxIiwic2hvd1Jlc3VsdHMiOnRydWUsInNob3dDb3JyZWN0QW5zd2VycyI6dHJ1ZSwidm90aW5nTG9ja2VkIjpmYWxzZX1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TcxODV9"/>
  <p:tag name="SLIDO_TYPE" val="SlidoPoll"/>
  <p:tag name="SLIDO_POLL_UUID" val="0ba606e1-1196-43f9-8632-8d6b7db56eb4"/>
  <p:tag name="SLIDO_TIMELINE" val="W3sicG9sbFF1ZXN0aW9uVXVpZCI6Ijc4OWJkMTYzLWNjOTktNDU2Ny1hMmIxLWQyODA2MWJlNWU2MiIsInNob3dSZXN1bHRzIjpmYWxzZSwic2hvd0NvcnJlY3RBbnN3ZXJzIjpmYWxzZSwidm90aW5nTG9ja2VkIjpmYWxzZX0seyJwb2xsUXVlc3Rpb25VdWlkIjoiNzg5YmQxNjMtY2M5OS00NTY3LWEyYjEtZDI4MDYxYmU1ZTYyIiwic2hvd1Jlc3VsdHMiOnRydWUsInNob3dDb3JyZWN0QW5zd2VycyI6dHJ1ZSwidm90aW5nTG9ja2VkIjpmYWxzZX1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TgyNTF9"/>
  <p:tag name="SLIDO_TYPE" val="SlidoPoll"/>
  <p:tag name="SLIDO_POLL_UUID" val="849d804b-c8a9-4597-b3f0-0dde00d38bca"/>
  <p:tag name="SLIDO_TIMELINE" val="W3sicG9sbFF1ZXN0aW9uVXVpZCI6IjI0NDg1YzliLWVjZGEtNGUxNS05YzU2LWVkNzdjYWM0OTM0MCIsInNob3dSZXN1bHRzIjpmYWxzZSwic2hvd0NvcnJlY3RBbnN3ZXJzIjpmYWxzZSwidm90aW5nTG9ja2VkIjpmYWxzZX0seyJwb2xsUXVlc3Rpb25VdWlkIjoiMjQ0ODVjOWItZWNkYS00ZTE1LTljNTYtZWQ3N2NhYzQ5MzQwIiwic2hvd1Jlc3VsdHMiOnRydWUsInNob3dDb3JyZWN0QW5zd2VycyI6dHJ1ZSwidm90aW5nTG9ja2VkIjpmYWxzZX1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Tg0NDR9"/>
  <p:tag name="SLIDO_TYPE" val="SlidoPoll"/>
  <p:tag name="SLIDO_POLL_UUID" val="4f6e2da9-f1fd-4926-ad98-275b551e0092"/>
  <p:tag name="SLIDO_TIMELINE" val="W3sicG9sbFF1ZXN0aW9uVXVpZCI6ImE4NWQ0MTRjLWVkODgtNDI3Yi04YmVlLTRlYWFmZWRlNjIxMCIsInNob3dSZXN1bHRzIjpmYWxzZSwic2hvd0NvcnJlY3RBbnN3ZXJzIjpmYWxzZSwidm90aW5nTG9ja2VkIjpmYWxzZX0seyJwb2xsUXVlc3Rpb25VdWlkIjoiYTg1ZDQxNGMtZWQ4OC00MjdiLThiZWUtNGVhYWZlZGU2MjEwIiwic2hvd1Jlc3VsdHMiOnRydWUsInNob3dDb3JyZWN0QW5zd2VycyI6dHJ1ZSwidm90aW5nTG9ja2VkIjpmYWxzZX1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Tg4MDh9"/>
  <p:tag name="SLIDO_TYPE" val="SlidoPoll"/>
  <p:tag name="SLIDO_POLL_UUID" val="ca2bc437-7337-48b3-a04e-c79b33b14be5"/>
  <p:tag name="SLIDO_TIMELINE" val="W3sicG9sbFF1ZXN0aW9uVXVpZCI6Ijk4YjFmNjE4LTY2MzctNGI1ZS04M2U4LTM1MTQ1YjgzZjQ5ZSIsInNob3dSZXN1bHRzIjpmYWxzZSwic2hvd0NvcnJlY3RBbnN3ZXJzIjpmYWxzZSwidm90aW5nTG9ja2VkIjpmYWxzZX0seyJwb2xsUXVlc3Rpb25VdWlkIjoiOThiMWY2MTgtNjYzNy00YjVlLTgzZTgtMzUxNDViODNmNDllIiwic2hvd1Jlc3VsdHMiOnRydWUsInNob3dDb3JyZWN0QW5zd2VycyI6dHJ1ZSwidm90aW5nTG9ja2VkIjpmYWxzZX1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TkwMDR9"/>
  <p:tag name="SLIDO_TYPE" val="SlidoPoll"/>
  <p:tag name="SLIDO_POLL_UUID" val="17d3e0bb-24f2-4caa-bf7d-6e055090ad56"/>
  <p:tag name="SLIDO_TIMELINE" val="W3sicG9sbFF1ZXN0aW9uVXVpZCI6IjMxYzk0ODE0LWMzZDEtNDI3OS1hMDI0LTdhZmY3MTIxMjUyMyIsInNob3dSZXN1bHRzIjpmYWxzZSwic2hvd0NvcnJlY3RBbnN3ZXJzIjpmYWxzZSwidm90aW5nTG9ja2VkIjpmYWxzZX0seyJwb2xsUXVlc3Rpb25VdWlkIjoiMzFjOTQ4MTQtYzNkMS00Mjc5LWEwMjQtN2FmZjcxMjEyNTIzIiwic2hvd1Jlc3VsdHMiOnRydWUsInNob3dDb3JyZWN0QW5zd2VycyI6dHJ1ZSwidm90aW5nTG9ja2VkIjpmYWxzZX1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Tk0NDJ9"/>
  <p:tag name="SLIDO_TYPE" val="SlidoPoll"/>
  <p:tag name="SLIDO_POLL_UUID" val="456e4d5e-3015-403a-bb80-57dff6f66e0f"/>
  <p:tag name="SLIDO_TIMELINE" val="W3sicG9sbFF1ZXN0aW9uVXVpZCI6Ijg1MGYwZGJhLTBhMjItNDA1MS05NWRjLWNmYjJlYTkyYzYzYSIsInNob3dSZXN1bHRzIjpmYWxzZSwic2hvd0NvcnJlY3RBbnN3ZXJzIjpmYWxzZSwidm90aW5nTG9ja2VkIjpmYWxzZX0seyJwb2xsUXVlc3Rpb25VdWlkIjoiODUwZjBkYmEtMGEyMi00MDUxLTk1ZGMtY2ZiMmVhOTJjNjNhIiwic2hvd1Jlc3VsdHMiOnRydWUsInNob3dDb3JyZWN0QW5zd2VycyI6dHJ1ZSwidm90aW5nTG9ja2VkIjpmYWxzZX1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TcyNjJ9"/>
  <p:tag name="SLIDO_TYPE" val="SlidoPoll"/>
  <p:tag name="SLIDO_POLL_UUID" val="35d01dbf-4e22-4048-95ad-ddaa5ce8bb56"/>
  <p:tag name="SLIDO_TIMELINE" val="W3sicG9sbFF1ZXN0aW9uVXVpZCI6ImEyMDQyMTgzLTExMzctNDdmNC04MTQ1LTFiNzFlN2VkYzBlOCIsInNob3dSZXN1bHRzIjpmYWxzZSwic2hvd0NvcnJlY3RBbnN3ZXJzIjpmYWxzZSwidm90aW5nTG9ja2VkIjpmYWxzZX0seyJwb2xsUXVlc3Rpb25VdWlkIjoiYTIwNDIxODMtMTEzNy00N2Y0LTgxNDUtMWI3MWU3ZWRjMGU4Iiwic2hvd1Jlc3VsdHMiOnRydWUsInNob3dDb3JyZWN0QW5zd2VycyI6dHJ1ZSwidm90aW5nTG9ja2VkIjpmYWxzZX1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jA2Mjd9"/>
  <p:tag name="SLIDO_TYPE" val="SlidoPoll"/>
  <p:tag name="SLIDO_POLL_UUID" val="e0c328fc-5f55-4c39-9494-8943e807cdfa"/>
  <p:tag name="SLIDO_TIMELINE" val="W3sicG9sbFF1ZXN0aW9uVXVpZCI6ImE0NmJiZmYwLTYxODUtNGEyZS04Mjk4LTljZjgzMjNlNmM0OCIsInNob3dSZXN1bHRzIjpmYWxzZSwic2hvd0NvcnJlY3RBbnN3ZXJzIjpmYWxzZSwidm90aW5nTG9ja2VkIjpmYWxzZX0seyJwb2xsUXVlc3Rpb25VdWlkIjoiYTQ2YmJmZjAtNjE4NS00YTJlLTgyOTgtOWNmODMyM2U2YzQ4Iiwic2hvd1Jlc3VsdHMiOnRydWUsInNob3dDb3JyZWN0QW5zd2VycyI6dHJ1ZSwidm90aW5nTG9ja2VkIjpmYWxzZX1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ExNjA4NTN9"/>
  <p:tag name="SLIDO_TYPE" val="SlidoPoll"/>
  <p:tag name="SLIDO_POLL_UUID" val="1cb4b071-8865-4d3a-a5ce-2fe9b05cd368"/>
  <p:tag name="SLIDO_TIMELINE" val="W3sicG9sbFF1ZXN0aW9uVXVpZCI6IjFkM2I5YTkzLTQxNjYtNDAzMy04NTQwLTE4ZGM3ZjNhMzFhNyIsInNob3dSZXN1bHRzIjpmYWxzZSwic2hvd0NvcnJlY3RBbnN3ZXJzIjpmYWxzZSwidm90aW5nTG9ja2VkIjpmYWxzZX0seyJwb2xsUXVlc3Rpb25VdWlkIjoiMWQzYjlhOTMtNDE2Ni00MDMzLTg1NDAtMThkYzdmM2EzMWE3Iiwic2hvd1Jlc3VsdHMiOnRydWUsInNob3dDb3JyZWN0QW5zd2VycyI6dHJ1ZSwidm90aW5nTG9ja2VkIjpmYWxzZX1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MzMDM0NzV9"/>
  <p:tag name="SLIDO_TYPE" val="SlidoPoll"/>
  <p:tag name="SLIDO_POLL_UUID" val="a679fc24-78cf-4a85-98d9-ed97ffe50bd1"/>
  <p:tag name="SLIDO_TIMELINE" val="W3sicG9sbFF1ZXN0aW9uVXVpZCI6IjE1MjZkYmMwLWU3M2MtNDhmYi04MmFlLTAwOTA4MjhhNzRmNCIsInNob3dSZXN1bHRzIjpmYWxzZSwic2hvd0NvcnJlY3RBbnN3ZXJzIjpmYWxzZSwidm90aW5nTG9ja2VkIjpmYWxzZX0seyJwb2xsUXVlc3Rpb25VdWlkIjoiMTUyNmRiYzAtZTczYy00OGZiLTgyYWUtMDA5MDgyOGE3NGY0Iiwic2hvd1Jlc3VsdHMiOnRydWUsInNob3dDb3JyZWN0QW5zd2VycyI6dHJ1ZSwidm90aW5nTG9ja2VkIjpmYWxzZX1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MzMDM1Njd9"/>
  <p:tag name="SLIDO_TYPE" val="SlidoPoll"/>
  <p:tag name="SLIDO_POLL_UUID" val="f99e33aa-51a2-42be-8c30-6b5a5268bd48"/>
  <p:tag name="SLIDO_TIMELINE" val="W3sicG9sbFF1ZXN0aW9uVXVpZCI6ImRmYWJlN2Y1LWNmYjktNDM4OS05MzljLWZmZjU2NjVkMWQwMiIsInNob3dSZXN1bHRzIjpmYWxzZSwic2hvd0NvcnJlY3RBbnN3ZXJzIjpmYWxzZSwidm90aW5nTG9ja2VkIjpmYWxzZX0seyJwb2xsUXVlc3Rpb25VdWlkIjoiZGZhYmU3ZjUtY2ZiOS00Mzg5LTkzOWMtZmZmNTY2NWQxZDAyIiwic2hvd1Jlc3VsdHMiOnRydWUsInNob3dDb3JyZWN0QW5zd2VycyI6dHJ1ZSwidm90aW5nTG9ja2VkIjpmYWxzZX1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MzMDM2NDh9"/>
  <p:tag name="SLIDO_TYPE" val="SlidoPoll"/>
  <p:tag name="SLIDO_POLL_UUID" val="d888a1aa-93d8-4986-ba1a-1eb436a8b37e"/>
  <p:tag name="SLIDO_TIMELINE" val="W3sicG9sbFF1ZXN0aW9uVXVpZCI6ImVmMTAyZjYxLWNhYmYtNGI2Yy1hOWJhLTVkYjhjOTNlZTFjNSIsInNob3dSZXN1bHRzIjpmYWxzZSwic2hvd0NvcnJlY3RBbnN3ZXJzIjpmYWxzZSwidm90aW5nTG9ja2VkIjpmYWxzZX0seyJwb2xsUXVlc3Rpb25VdWlkIjoiZWYxMDJmNjEtY2FiZi00YjZjLWE5YmEtNWRiOGM5M2VlMWM1Iiwic2hvd1Jlc3VsdHMiOnRydWUsInNob3dDb3JyZWN0QW5zd2VycyI6dHJ1ZSwidm90aW5nTG9ja2VkIjpmYWxzZX1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zMzMDM3MjR9"/>
  <p:tag name="SLIDO_TYPE" val="SlidoPoll"/>
  <p:tag name="SLIDO_POLL_UUID" val="a595e459-0b3a-4a35-8636-af59c207c379"/>
  <p:tag name="SLIDO_TIMELINE" val="W3sicG9sbFF1ZXN0aW9uVXVpZCI6IjU5ZjgxOTY0LWMxY2MtNDBlZi1iY2QyLTFhMTQxZmFlNTE0NyIsInNob3dSZXN1bHRzIjpmYWxzZSwic2hvd0NvcnJlY3RBbnN3ZXJzIjpmYWxzZSwidm90aW5nTG9ja2VkIjpmYWxzZX0seyJwb2xsUXVlc3Rpb25VdWlkIjoiNTlmODE5NjQtYzFjYy00MGVmLWJjZDItMWExNDFmYWU1MTQ3Iiwic2hvd1Jlc3VsdHMiOnRydWUsInNob3dDb3JyZWN0QW5zd2VycyI6dHJ1ZSwidm90aW5nTG9ja2VkIjpmYWxzZX1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1705</Words>
  <Application>Microsoft Office PowerPoint</Application>
  <PresentationFormat>Widescreen</PresentationFormat>
  <Paragraphs>282</Paragraphs>
  <Slides>43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Office-tema</vt:lpstr>
      <vt:lpstr>EPI 6 Informationsproblemer QUIZ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Quiz 6 </vt:lpstr>
      <vt:lpstr>PowerPoint-præsentation</vt:lpstr>
      <vt:lpstr>Quiz 6</vt:lpstr>
      <vt:lpstr>Quiz 7</vt:lpstr>
      <vt:lpstr>PowerPoint-præsentation</vt:lpstr>
      <vt:lpstr>Quiz 7</vt:lpstr>
      <vt:lpstr>Quiz 8</vt:lpstr>
      <vt:lpstr>PowerPoint-præsentation</vt:lpstr>
      <vt:lpstr>Quiz 8</vt:lpstr>
      <vt:lpstr>Quiz 9</vt:lpstr>
      <vt:lpstr>PowerPoint-præsentation</vt:lpstr>
      <vt:lpstr>Quiz 9</vt:lpstr>
      <vt:lpstr>Quiz 10</vt:lpstr>
      <vt:lpstr>PowerPoint-præsentation</vt:lpstr>
      <vt:lpstr>Quiz 10</vt:lpstr>
      <vt:lpstr>Quiz 11</vt:lpstr>
      <vt:lpstr>PowerPoint-præsentation</vt:lpstr>
      <vt:lpstr>Quiz 11</vt:lpstr>
      <vt:lpstr>Quiz 12</vt:lpstr>
      <vt:lpstr>PowerPoint-præsentation</vt:lpstr>
      <vt:lpstr>Quiz 12</vt:lpstr>
      <vt:lpstr>Del 2</vt:lpstr>
      <vt:lpstr>Quiz 13</vt:lpstr>
      <vt:lpstr>PowerPoint-præsentation</vt:lpstr>
      <vt:lpstr>Quiz 13</vt:lpstr>
      <vt:lpstr>Quiz 14</vt:lpstr>
      <vt:lpstr>Quiz 14</vt:lpstr>
      <vt:lpstr>Quiz 15</vt:lpstr>
      <vt:lpstr>PowerPoint-præsentation</vt:lpstr>
      <vt:lpstr>Quiz 15</vt:lpstr>
      <vt:lpstr>Quiz 16</vt:lpstr>
      <vt:lpstr>PowerPoint-præsentation</vt:lpstr>
      <vt:lpstr>Quiz 16</vt:lpstr>
      <vt:lpstr>PowerPoint-præsentation</vt:lpstr>
      <vt:lpstr>PowerPoint-præsentation</vt:lpstr>
      <vt:lpstr>PowerPoint-præsentation</vt:lpstr>
      <vt:lpstr>PowerPoint-præsentation</vt:lpstr>
    </vt:vector>
  </TitlesOfParts>
  <Company>Region Syddanmark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Jens-Jakob Kjer Møller</dc:creator>
  <cp:lastModifiedBy>Jens-Jakob Kjer Møller</cp:lastModifiedBy>
  <cp:revision>14</cp:revision>
  <dcterms:created xsi:type="dcterms:W3CDTF">2025-10-22T18:17:41Z</dcterms:created>
  <dcterms:modified xsi:type="dcterms:W3CDTF">2026-03-12T10:14:18Z</dcterms:modified>
</cp:coreProperties>
</file>